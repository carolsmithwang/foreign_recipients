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6" r:id="rId3"/>
    <p:sldId id="263" r:id="rId4"/>
    <p:sldId id="265" r:id="rId5"/>
    <p:sldId id="269" r:id="rId6"/>
    <p:sldId id="273" r:id="rId7"/>
    <p:sldId id="267" r:id="rId8"/>
    <p:sldId id="268" r:id="rId9"/>
    <p:sldId id="270" r:id="rId10"/>
    <p:sldId id="271" r:id="rId11"/>
    <p:sldId id="272" r:id="rId12"/>
    <p:sldId id="274" r:id="rId13"/>
    <p:sldId id="275" r:id="rId14"/>
    <p:sldId id="277" r:id="rId15"/>
    <p:sldId id="279" r:id="rId16"/>
    <p:sldId id="276" r:id="rId17"/>
    <p:sldId id="278" r:id="rId18"/>
    <p:sldId id="280" r:id="rId19"/>
    <p:sldId id="281" r:id="rId20"/>
    <p:sldId id="282" r:id="rId21"/>
    <p:sldId id="28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94660"/>
  </p:normalViewPr>
  <p:slideViewPr>
    <p:cSldViewPr snapToGrid="0">
      <p:cViewPr varScale="1">
        <p:scale>
          <a:sx n="77" d="100"/>
          <a:sy n="77" d="100"/>
        </p:scale>
        <p:origin x="96" y="9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 Wang" userId="7f1cb044a8faaf6c" providerId="LiveId" clId="{D8AE8138-C3E2-4590-A0F8-699106645F85}"/>
    <pc:docChg chg="undo custSel addSld delSld modSld sldOrd">
      <pc:chgData name="Carol Wang" userId="7f1cb044a8faaf6c" providerId="LiveId" clId="{D8AE8138-C3E2-4590-A0F8-699106645F85}" dt="2025-10-05T04:34:34.397" v="6104" actId="20577"/>
      <pc:docMkLst>
        <pc:docMk/>
      </pc:docMkLst>
      <pc:sldChg chg="addSp delSp modSp mod">
        <pc:chgData name="Carol Wang" userId="7f1cb044a8faaf6c" providerId="LiveId" clId="{D8AE8138-C3E2-4590-A0F8-699106645F85}" dt="2025-09-14T06:11:20.080" v="1596" actId="20577"/>
        <pc:sldMkLst>
          <pc:docMk/>
          <pc:sldMk cId="553388428" sldId="263"/>
        </pc:sldMkLst>
        <pc:spChg chg="mod topLvl">
          <ac:chgData name="Carol Wang" userId="7f1cb044a8faaf6c" providerId="LiveId" clId="{D8AE8138-C3E2-4590-A0F8-699106645F85}" dt="2025-09-14T06:00:01.201" v="524" actId="165"/>
          <ac:spMkLst>
            <pc:docMk/>
            <pc:sldMk cId="553388428" sldId="263"/>
            <ac:spMk id="6" creationId="{4B5325AF-17CC-2303-4915-D82173D68456}"/>
          </ac:spMkLst>
        </pc:spChg>
        <pc:spChg chg="mod topLvl">
          <ac:chgData name="Carol Wang" userId="7f1cb044a8faaf6c" providerId="LiveId" clId="{D8AE8138-C3E2-4590-A0F8-699106645F85}" dt="2025-09-14T06:00:01.201" v="524" actId="165"/>
          <ac:spMkLst>
            <pc:docMk/>
            <pc:sldMk cId="553388428" sldId="263"/>
            <ac:spMk id="9" creationId="{4665B819-D07B-BFE7-411F-AD0228F556E1}"/>
          </ac:spMkLst>
        </pc:spChg>
        <pc:spChg chg="add mod">
          <ac:chgData name="Carol Wang" userId="7f1cb044a8faaf6c" providerId="LiveId" clId="{D8AE8138-C3E2-4590-A0F8-699106645F85}" dt="2025-09-14T06:01:11.846" v="542" actId="1076"/>
          <ac:spMkLst>
            <pc:docMk/>
            <pc:sldMk cId="553388428" sldId="263"/>
            <ac:spMk id="13" creationId="{F455931C-F7B0-B347-1083-2EE966D5B183}"/>
          </ac:spMkLst>
        </pc:spChg>
        <pc:spChg chg="add mod">
          <ac:chgData name="Carol Wang" userId="7f1cb044a8faaf6c" providerId="LiveId" clId="{D8AE8138-C3E2-4590-A0F8-699106645F85}" dt="2025-09-14T06:01:02.912" v="539" actId="1076"/>
          <ac:spMkLst>
            <pc:docMk/>
            <pc:sldMk cId="553388428" sldId="263"/>
            <ac:spMk id="15" creationId="{86E5DB37-E10B-578E-325A-B535629F2AD2}"/>
          </ac:spMkLst>
        </pc:spChg>
        <pc:spChg chg="mod">
          <ac:chgData name="Carol Wang" userId="7f1cb044a8faaf6c" providerId="LiveId" clId="{D8AE8138-C3E2-4590-A0F8-699106645F85}" dt="2025-09-14T06:10:03.454" v="1501" actId="14100"/>
          <ac:spMkLst>
            <pc:docMk/>
            <pc:sldMk cId="553388428" sldId="263"/>
            <ac:spMk id="19" creationId="{252BBED9-780F-9D3B-5E76-FFB84861AC10}"/>
          </ac:spMkLst>
        </pc:spChg>
        <pc:spChg chg="mod topLvl">
          <ac:chgData name="Carol Wang" userId="7f1cb044a8faaf6c" providerId="LiveId" clId="{D8AE8138-C3E2-4590-A0F8-699106645F85}" dt="2025-09-14T06:00:01.201" v="524" actId="165"/>
          <ac:spMkLst>
            <pc:docMk/>
            <pc:sldMk cId="553388428" sldId="263"/>
            <ac:spMk id="38" creationId="{09F62045-FCC3-4753-CDA7-D4DE8AB2AA71}"/>
          </ac:spMkLst>
        </pc:spChg>
        <pc:spChg chg="mod topLvl">
          <ac:chgData name="Carol Wang" userId="7f1cb044a8faaf6c" providerId="LiveId" clId="{D8AE8138-C3E2-4590-A0F8-699106645F85}" dt="2025-09-14T06:00:01.201" v="524" actId="165"/>
          <ac:spMkLst>
            <pc:docMk/>
            <pc:sldMk cId="553388428" sldId="263"/>
            <ac:spMk id="42" creationId="{CBFE9544-ACCF-788A-1F53-5B7B6BE8152C}"/>
          </ac:spMkLst>
        </pc:spChg>
        <pc:spChg chg="mod topLvl">
          <ac:chgData name="Carol Wang" userId="7f1cb044a8faaf6c" providerId="LiveId" clId="{D8AE8138-C3E2-4590-A0F8-699106645F85}" dt="2025-09-14T06:11:20.080" v="1596" actId="20577"/>
          <ac:spMkLst>
            <pc:docMk/>
            <pc:sldMk cId="553388428" sldId="263"/>
            <ac:spMk id="47" creationId="{3A99F593-C944-A189-5E49-5AECC79D98CB}"/>
          </ac:spMkLst>
        </pc:spChg>
        <pc:spChg chg="mod topLvl">
          <ac:chgData name="Carol Wang" userId="7f1cb044a8faaf6c" providerId="LiveId" clId="{D8AE8138-C3E2-4590-A0F8-699106645F85}" dt="2025-09-14T06:11:09.271" v="1567" actId="20577"/>
          <ac:spMkLst>
            <pc:docMk/>
            <pc:sldMk cId="553388428" sldId="263"/>
            <ac:spMk id="53" creationId="{F558C4F1-8F5A-9665-AF5F-F98C5CA6FE7A}"/>
          </ac:spMkLst>
        </pc:spChg>
        <pc:spChg chg="mod topLvl">
          <ac:chgData name="Carol Wang" userId="7f1cb044a8faaf6c" providerId="LiveId" clId="{D8AE8138-C3E2-4590-A0F8-699106645F85}" dt="2025-09-14T06:00:01.201" v="524" actId="165"/>
          <ac:spMkLst>
            <pc:docMk/>
            <pc:sldMk cId="553388428" sldId="263"/>
            <ac:spMk id="56" creationId="{A6BE892F-A291-AB6D-6044-58ACD9006239}"/>
          </ac:spMkLst>
        </pc:spChg>
        <pc:spChg chg="mod topLvl">
          <ac:chgData name="Carol Wang" userId="7f1cb044a8faaf6c" providerId="LiveId" clId="{D8AE8138-C3E2-4590-A0F8-699106645F85}" dt="2025-09-14T06:00:01.201" v="524" actId="165"/>
          <ac:spMkLst>
            <pc:docMk/>
            <pc:sldMk cId="553388428" sldId="263"/>
            <ac:spMk id="77" creationId="{3A37E338-05C6-3E80-CFBD-A5DCD04BED87}"/>
          </ac:spMkLst>
        </pc:spChg>
        <pc:spChg chg="mod topLvl">
          <ac:chgData name="Carol Wang" userId="7f1cb044a8faaf6c" providerId="LiveId" clId="{D8AE8138-C3E2-4590-A0F8-699106645F85}" dt="2025-09-14T06:00:01.201" v="524" actId="165"/>
          <ac:spMkLst>
            <pc:docMk/>
            <pc:sldMk cId="553388428" sldId="263"/>
            <ac:spMk id="85" creationId="{FA3AAF6F-F8AF-BB02-DA28-C51C2AF52150}"/>
          </ac:spMkLst>
        </pc:spChg>
        <pc:cxnChg chg="add mod">
          <ac:chgData name="Carol Wang" userId="7f1cb044a8faaf6c" providerId="LiveId" clId="{D8AE8138-C3E2-4590-A0F8-699106645F85}" dt="2025-09-14T06:01:02.912" v="539" actId="1076"/>
          <ac:cxnSpMkLst>
            <pc:docMk/>
            <pc:sldMk cId="553388428" sldId="263"/>
            <ac:cxnSpMk id="14" creationId="{57B91D30-676C-C378-A3AC-97036799F97D}"/>
          </ac:cxnSpMkLst>
        </pc:cxnChg>
        <pc:cxnChg chg="mod">
          <ac:chgData name="Carol Wang" userId="7f1cb044a8faaf6c" providerId="LiveId" clId="{D8AE8138-C3E2-4590-A0F8-699106645F85}" dt="2025-09-14T05:59:08.431" v="517" actId="208"/>
          <ac:cxnSpMkLst>
            <pc:docMk/>
            <pc:sldMk cId="553388428" sldId="263"/>
            <ac:cxnSpMk id="30" creationId="{CF2A880C-8DBD-8EEC-CFE2-969E31CCD0C9}"/>
          </ac:cxnSpMkLst>
        </pc:cxnChg>
        <pc:cxnChg chg="mod">
          <ac:chgData name="Carol Wang" userId="7f1cb044a8faaf6c" providerId="LiveId" clId="{D8AE8138-C3E2-4590-A0F8-699106645F85}" dt="2025-09-14T06:11:13.361" v="1568" actId="1076"/>
          <ac:cxnSpMkLst>
            <pc:docMk/>
            <pc:sldMk cId="553388428" sldId="263"/>
            <ac:cxnSpMk id="51" creationId="{078A8580-7539-C4FF-D652-2E9A13BD1770}"/>
          </ac:cxnSpMkLst>
        </pc:cxnChg>
        <pc:cxnChg chg="mod">
          <ac:chgData name="Carol Wang" userId="7f1cb044a8faaf6c" providerId="LiveId" clId="{D8AE8138-C3E2-4590-A0F8-699106645F85}" dt="2025-09-14T05:57:00.486" v="496" actId="14100"/>
          <ac:cxnSpMkLst>
            <pc:docMk/>
            <pc:sldMk cId="553388428" sldId="263"/>
            <ac:cxnSpMk id="73" creationId="{4FD28A90-656D-633C-3578-29DFA5DCF8D0}"/>
          </ac:cxnSpMkLst>
        </pc:cxnChg>
      </pc:sldChg>
      <pc:sldChg chg="addSp delSp modSp mod">
        <pc:chgData name="Carol Wang" userId="7f1cb044a8faaf6c" providerId="LiveId" clId="{D8AE8138-C3E2-4590-A0F8-699106645F85}" dt="2025-09-14T06:24:29.571" v="2564" actId="20577"/>
        <pc:sldMkLst>
          <pc:docMk/>
          <pc:sldMk cId="3665911143" sldId="265"/>
        </pc:sldMkLst>
        <pc:spChg chg="add mod">
          <ac:chgData name="Carol Wang" userId="7f1cb044a8faaf6c" providerId="LiveId" clId="{D8AE8138-C3E2-4590-A0F8-699106645F85}" dt="2025-09-14T06:00:34.359" v="533" actId="1076"/>
          <ac:spMkLst>
            <pc:docMk/>
            <pc:sldMk cId="3665911143" sldId="265"/>
            <ac:spMk id="18" creationId="{A8D0A616-A4F1-9DBA-CDCA-BB4A634107C9}"/>
          </ac:spMkLst>
        </pc:spChg>
        <pc:spChg chg="mod">
          <ac:chgData name="Carol Wang" userId="7f1cb044a8faaf6c" providerId="LiveId" clId="{D8AE8138-C3E2-4590-A0F8-699106645F85}" dt="2025-09-14T06:10:16.932" v="1528" actId="1076"/>
          <ac:spMkLst>
            <pc:docMk/>
            <pc:sldMk cId="3665911143" sldId="265"/>
            <ac:spMk id="19" creationId="{D3C51EDE-2803-F600-2B3C-04AA9AD1E697}"/>
          </ac:spMkLst>
        </pc:spChg>
        <pc:spChg chg="add mod">
          <ac:chgData name="Carol Wang" userId="7f1cb044a8faaf6c" providerId="LiveId" clId="{D8AE8138-C3E2-4590-A0F8-699106645F85}" dt="2025-09-14T06:00:10.722" v="526" actId="1076"/>
          <ac:spMkLst>
            <pc:docMk/>
            <pc:sldMk cId="3665911143" sldId="265"/>
            <ac:spMk id="21" creationId="{29150856-D692-A761-5C3D-FB30F592580E}"/>
          </ac:spMkLst>
        </pc:spChg>
        <pc:spChg chg="add mod">
          <ac:chgData name="Carol Wang" userId="7f1cb044a8faaf6c" providerId="LiveId" clId="{D8AE8138-C3E2-4590-A0F8-699106645F85}" dt="2025-09-14T06:00:42.912" v="535" actId="1076"/>
          <ac:spMkLst>
            <pc:docMk/>
            <pc:sldMk cId="3665911143" sldId="265"/>
            <ac:spMk id="26" creationId="{37466202-23D4-C6BE-B404-209DD442CDCD}"/>
          </ac:spMkLst>
        </pc:spChg>
        <pc:spChg chg="add mod">
          <ac:chgData name="Carol Wang" userId="7f1cb044a8faaf6c" providerId="LiveId" clId="{D8AE8138-C3E2-4590-A0F8-699106645F85}" dt="2025-09-14T06:00:42.912" v="535" actId="1076"/>
          <ac:spMkLst>
            <pc:docMk/>
            <pc:sldMk cId="3665911143" sldId="265"/>
            <ac:spMk id="28" creationId="{19DF5F43-27F4-7A7F-0107-01E52DBD6937}"/>
          </ac:spMkLst>
        </pc:spChg>
        <pc:spChg chg="add mod">
          <ac:chgData name="Carol Wang" userId="7f1cb044a8faaf6c" providerId="LiveId" clId="{D8AE8138-C3E2-4590-A0F8-699106645F85}" dt="2025-09-14T06:12:36.882" v="1629" actId="1076"/>
          <ac:spMkLst>
            <pc:docMk/>
            <pc:sldMk cId="3665911143" sldId="265"/>
            <ac:spMk id="30" creationId="{5AA384AD-6227-9766-1F8B-ED7AB5D8E595}"/>
          </ac:spMkLst>
        </pc:spChg>
        <pc:spChg chg="mod">
          <ac:chgData name="Carol Wang" userId="7f1cb044a8faaf6c" providerId="LiveId" clId="{D8AE8138-C3E2-4590-A0F8-699106645F85}" dt="2025-09-14T05:50:11.302" v="12" actId="1076"/>
          <ac:spMkLst>
            <pc:docMk/>
            <pc:sldMk cId="3665911143" sldId="265"/>
            <ac:spMk id="38" creationId="{62A4FA24-F3BE-40D8-7580-E57C80FB14F1}"/>
          </ac:spMkLst>
        </pc:spChg>
        <pc:spChg chg="mod">
          <ac:chgData name="Carol Wang" userId="7f1cb044a8faaf6c" providerId="LiveId" clId="{D8AE8138-C3E2-4590-A0F8-699106645F85}" dt="2025-09-14T05:47:05.754" v="5" actId="165"/>
          <ac:spMkLst>
            <pc:docMk/>
            <pc:sldMk cId="3665911143" sldId="265"/>
            <ac:spMk id="42" creationId="{1AD819C2-6E81-13AB-A9AD-8F024A93D46E}"/>
          </ac:spMkLst>
        </pc:spChg>
        <pc:spChg chg="mod">
          <ac:chgData name="Carol Wang" userId="7f1cb044a8faaf6c" providerId="LiveId" clId="{D8AE8138-C3E2-4590-A0F8-699106645F85}" dt="2025-09-14T06:14:02.343" v="1863" actId="255"/>
          <ac:spMkLst>
            <pc:docMk/>
            <pc:sldMk cId="3665911143" sldId="265"/>
            <ac:spMk id="52" creationId="{07F0C9AE-1F23-3B43-FFB0-E5B566B0B78D}"/>
          </ac:spMkLst>
        </pc:spChg>
        <pc:spChg chg="mod">
          <ac:chgData name="Carol Wang" userId="7f1cb044a8faaf6c" providerId="LiveId" clId="{D8AE8138-C3E2-4590-A0F8-699106645F85}" dt="2025-09-14T06:11:28.378" v="1611" actId="20577"/>
          <ac:spMkLst>
            <pc:docMk/>
            <pc:sldMk cId="3665911143" sldId="265"/>
            <ac:spMk id="53" creationId="{11E1FE82-4785-C5AF-1090-3AE00CE188F9}"/>
          </ac:spMkLst>
        </pc:spChg>
        <pc:spChg chg="mod">
          <ac:chgData name="Carol Wang" userId="7f1cb044a8faaf6c" providerId="LiveId" clId="{D8AE8138-C3E2-4590-A0F8-699106645F85}" dt="2025-09-14T05:47:05.754" v="5" actId="165"/>
          <ac:spMkLst>
            <pc:docMk/>
            <pc:sldMk cId="3665911143" sldId="265"/>
            <ac:spMk id="54" creationId="{79828B93-C4D0-6D7B-D9EC-1037B2F9716E}"/>
          </ac:spMkLst>
        </pc:spChg>
        <pc:spChg chg="mod">
          <ac:chgData name="Carol Wang" userId="7f1cb044a8faaf6c" providerId="LiveId" clId="{D8AE8138-C3E2-4590-A0F8-699106645F85}" dt="2025-09-14T06:12:09.066" v="1620" actId="1076"/>
          <ac:spMkLst>
            <pc:docMk/>
            <pc:sldMk cId="3665911143" sldId="265"/>
            <ac:spMk id="65" creationId="{6640DFA6-2139-AFDC-5A2E-A084FE187D06}"/>
          </ac:spMkLst>
        </pc:spChg>
        <pc:spChg chg="add mod ord">
          <ac:chgData name="Carol Wang" userId="7f1cb044a8faaf6c" providerId="LiveId" clId="{D8AE8138-C3E2-4590-A0F8-699106645F85}" dt="2025-09-14T06:12:32.016" v="1628" actId="167"/>
          <ac:spMkLst>
            <pc:docMk/>
            <pc:sldMk cId="3665911143" sldId="265"/>
            <ac:spMk id="67" creationId="{516D0D99-DCA7-D059-B352-C144745452FB}"/>
          </ac:spMkLst>
        </pc:spChg>
        <pc:spChg chg="add mod">
          <ac:chgData name="Carol Wang" userId="7f1cb044a8faaf6c" providerId="LiveId" clId="{D8AE8138-C3E2-4590-A0F8-699106645F85}" dt="2025-09-14T06:24:29.571" v="2564" actId="20577"/>
          <ac:spMkLst>
            <pc:docMk/>
            <pc:sldMk cId="3665911143" sldId="265"/>
            <ac:spMk id="69" creationId="{95448297-EA41-07EE-9B1C-6D8080C1433C}"/>
          </ac:spMkLst>
        </pc:spChg>
        <pc:spChg chg="mod topLvl">
          <ac:chgData name="Carol Wang" userId="7f1cb044a8faaf6c" providerId="LiveId" clId="{D8AE8138-C3E2-4590-A0F8-699106645F85}" dt="2025-09-14T05:51:54.858" v="35" actId="1076"/>
          <ac:spMkLst>
            <pc:docMk/>
            <pc:sldMk cId="3665911143" sldId="265"/>
            <ac:spMk id="82" creationId="{F5BA9680-25CD-BAA2-CC3B-4B1C9A85E974}"/>
          </ac:spMkLst>
        </pc:spChg>
        <pc:spChg chg="mod topLvl">
          <ac:chgData name="Carol Wang" userId="7f1cb044a8faaf6c" providerId="LiveId" clId="{D8AE8138-C3E2-4590-A0F8-699106645F85}" dt="2025-09-14T05:51:54.858" v="35" actId="1076"/>
          <ac:spMkLst>
            <pc:docMk/>
            <pc:sldMk cId="3665911143" sldId="265"/>
            <ac:spMk id="85" creationId="{173A5737-9416-97DC-D4DC-E19467CECE1A}"/>
          </ac:spMkLst>
        </pc:spChg>
        <pc:grpChg chg="mod">
          <ac:chgData name="Carol Wang" userId="7f1cb044a8faaf6c" providerId="LiveId" clId="{D8AE8138-C3E2-4590-A0F8-699106645F85}" dt="2025-09-14T05:51:54.858" v="35" actId="1076"/>
          <ac:grpSpMkLst>
            <pc:docMk/>
            <pc:sldMk cId="3665911143" sldId="265"/>
            <ac:grpSpMk id="35" creationId="{3922D4E0-2403-D3FE-96A9-004604B20BC5}"/>
          </ac:grpSpMkLst>
        </pc:grpChg>
        <pc:cxnChg chg="add mod">
          <ac:chgData name="Carol Wang" userId="7f1cb044a8faaf6c" providerId="LiveId" clId="{D8AE8138-C3E2-4590-A0F8-699106645F85}" dt="2025-09-14T05:51:54.858" v="35" actId="1076"/>
          <ac:cxnSpMkLst>
            <pc:docMk/>
            <pc:sldMk cId="3665911143" sldId="265"/>
            <ac:cxnSpMk id="10" creationId="{268991ED-096C-B99B-A965-7AD75355AEBC}"/>
          </ac:cxnSpMkLst>
        </pc:cxnChg>
        <pc:cxnChg chg="add mod">
          <ac:chgData name="Carol Wang" userId="7f1cb044a8faaf6c" providerId="LiveId" clId="{D8AE8138-C3E2-4590-A0F8-699106645F85}" dt="2025-09-14T05:51:54.858" v="35" actId="1076"/>
          <ac:cxnSpMkLst>
            <pc:docMk/>
            <pc:sldMk cId="3665911143" sldId="265"/>
            <ac:cxnSpMk id="13" creationId="{2BF36779-2356-C4B0-3660-28606451DCF3}"/>
          </ac:cxnSpMkLst>
        </pc:cxnChg>
        <pc:cxnChg chg="add mod">
          <ac:chgData name="Carol Wang" userId="7f1cb044a8faaf6c" providerId="LiveId" clId="{D8AE8138-C3E2-4590-A0F8-699106645F85}" dt="2025-09-14T06:00:10.722" v="526" actId="1076"/>
          <ac:cxnSpMkLst>
            <pc:docMk/>
            <pc:sldMk cId="3665911143" sldId="265"/>
            <ac:cxnSpMk id="20" creationId="{9CD1BFF8-94A3-9509-0E81-B6239A0C733C}"/>
          </ac:cxnSpMkLst>
        </pc:cxnChg>
        <pc:cxnChg chg="add mod">
          <ac:chgData name="Carol Wang" userId="7f1cb044a8faaf6c" providerId="LiveId" clId="{D8AE8138-C3E2-4590-A0F8-699106645F85}" dt="2025-09-14T06:00:42.912" v="535" actId="1076"/>
          <ac:cxnSpMkLst>
            <pc:docMk/>
            <pc:sldMk cId="3665911143" sldId="265"/>
            <ac:cxnSpMk id="27" creationId="{3E989CF4-0144-4991-63B3-F99B2A3FB4B2}"/>
          </ac:cxnSpMkLst>
        </pc:cxnChg>
        <pc:cxnChg chg="add mod">
          <ac:chgData name="Carol Wang" userId="7f1cb044a8faaf6c" providerId="LiveId" clId="{D8AE8138-C3E2-4590-A0F8-699106645F85}" dt="2025-09-14T06:12:23.225" v="1625" actId="1076"/>
          <ac:cxnSpMkLst>
            <pc:docMk/>
            <pc:sldMk cId="3665911143" sldId="265"/>
            <ac:cxnSpMk id="33" creationId="{DA716A60-9283-3ED7-6C11-CE589F53A9C1}"/>
          </ac:cxnSpMkLst>
        </pc:cxnChg>
        <pc:cxnChg chg="mod">
          <ac:chgData name="Carol Wang" userId="7f1cb044a8faaf6c" providerId="LiveId" clId="{D8AE8138-C3E2-4590-A0F8-699106645F85}" dt="2025-09-14T05:51:45.006" v="34" actId="1076"/>
          <ac:cxnSpMkLst>
            <pc:docMk/>
            <pc:sldMk cId="3665911143" sldId="265"/>
            <ac:cxnSpMk id="45" creationId="{334FB4AA-3009-D48C-BC94-43BEEAA9BC0D}"/>
          </ac:cxnSpMkLst>
        </pc:cxnChg>
        <pc:cxnChg chg="mod">
          <ac:chgData name="Carol Wang" userId="7f1cb044a8faaf6c" providerId="LiveId" clId="{D8AE8138-C3E2-4590-A0F8-699106645F85}" dt="2025-09-14T05:50:22.533" v="14" actId="14100"/>
          <ac:cxnSpMkLst>
            <pc:docMk/>
            <pc:sldMk cId="3665911143" sldId="265"/>
            <ac:cxnSpMk id="46" creationId="{9784B17D-E4FB-04F1-10DB-EB4528A340D5}"/>
          </ac:cxnSpMkLst>
        </pc:cxnChg>
        <pc:cxnChg chg="mod">
          <ac:chgData name="Carol Wang" userId="7f1cb044a8faaf6c" providerId="LiveId" clId="{D8AE8138-C3E2-4590-A0F8-699106645F85}" dt="2025-09-14T05:50:28.350" v="15" actId="14100"/>
          <ac:cxnSpMkLst>
            <pc:docMk/>
            <pc:sldMk cId="3665911143" sldId="265"/>
            <ac:cxnSpMk id="57" creationId="{F152F699-6B62-46EB-CDD1-FD0F82E617BD}"/>
          </ac:cxnSpMkLst>
        </pc:cxnChg>
        <pc:cxnChg chg="mod">
          <ac:chgData name="Carol Wang" userId="7f1cb044a8faaf6c" providerId="LiveId" clId="{D8AE8138-C3E2-4590-A0F8-699106645F85}" dt="2025-09-14T05:51:40.721" v="33" actId="14100"/>
          <ac:cxnSpMkLst>
            <pc:docMk/>
            <pc:sldMk cId="3665911143" sldId="265"/>
            <ac:cxnSpMk id="61" creationId="{5BFD5EE3-5C39-5B67-4CD0-8F72696454A8}"/>
          </ac:cxnSpMkLst>
        </pc:cxnChg>
        <pc:cxnChg chg="mod">
          <ac:chgData name="Carol Wang" userId="7f1cb044a8faaf6c" providerId="LiveId" clId="{D8AE8138-C3E2-4590-A0F8-699106645F85}" dt="2025-09-14T05:51:54.858" v="35" actId="1076"/>
          <ac:cxnSpMkLst>
            <pc:docMk/>
            <pc:sldMk cId="3665911143" sldId="265"/>
            <ac:cxnSpMk id="68" creationId="{461E23C5-9C0A-464E-D2D0-8B5ED1AC61F7}"/>
          </ac:cxnSpMkLst>
        </pc:cxnChg>
        <pc:cxnChg chg="mod">
          <ac:chgData name="Carol Wang" userId="7f1cb044a8faaf6c" providerId="LiveId" clId="{D8AE8138-C3E2-4590-A0F8-699106645F85}" dt="2025-09-14T05:51:54.858" v="35" actId="1076"/>
          <ac:cxnSpMkLst>
            <pc:docMk/>
            <pc:sldMk cId="3665911143" sldId="265"/>
            <ac:cxnSpMk id="71" creationId="{1747F8C4-137D-6F80-8D28-88031439D01A}"/>
          </ac:cxnSpMkLst>
        </pc:cxnChg>
        <pc:cxnChg chg="mod">
          <ac:chgData name="Carol Wang" userId="7f1cb044a8faaf6c" providerId="LiveId" clId="{D8AE8138-C3E2-4590-A0F8-699106645F85}" dt="2025-09-14T05:51:54.858" v="35" actId="1076"/>
          <ac:cxnSpMkLst>
            <pc:docMk/>
            <pc:sldMk cId="3665911143" sldId="265"/>
            <ac:cxnSpMk id="79" creationId="{0947D5FA-A775-DB9D-8245-C747BB2144DF}"/>
          </ac:cxnSpMkLst>
        </pc:cxnChg>
      </pc:sldChg>
      <pc:sldChg chg="addSp delSp modSp add mod">
        <pc:chgData name="Carol Wang" userId="7f1cb044a8faaf6c" providerId="LiveId" clId="{D8AE8138-C3E2-4590-A0F8-699106645F85}" dt="2025-09-14T06:09:51.766" v="1486" actId="20577"/>
        <pc:sldMkLst>
          <pc:docMk/>
          <pc:sldMk cId="1143889890" sldId="266"/>
        </pc:sldMkLst>
        <pc:spChg chg="add mod">
          <ac:chgData name="Carol Wang" userId="7f1cb044a8faaf6c" providerId="LiveId" clId="{D8AE8138-C3E2-4590-A0F8-699106645F85}" dt="2025-09-14T06:09:51.766" v="1486" actId="20577"/>
          <ac:spMkLst>
            <pc:docMk/>
            <pc:sldMk cId="1143889890" sldId="266"/>
            <ac:spMk id="12" creationId="{167AD215-77DD-0CBC-29E1-549C3B766377}"/>
          </ac:spMkLst>
        </pc:spChg>
        <pc:spChg chg="mod">
          <ac:chgData name="Carol Wang" userId="7f1cb044a8faaf6c" providerId="LiveId" clId="{D8AE8138-C3E2-4590-A0F8-699106645F85}" dt="2025-09-14T05:55:11.805" v="326" actId="20577"/>
          <ac:spMkLst>
            <pc:docMk/>
            <pc:sldMk cId="1143889890" sldId="266"/>
            <ac:spMk id="19" creationId="{B9CDB975-E2FC-3CAD-C05D-8379FB3A74E1}"/>
          </ac:spMkLst>
        </pc:spChg>
      </pc:sldChg>
      <pc:sldChg chg="add del">
        <pc:chgData name="Carol Wang" userId="7f1cb044a8faaf6c" providerId="LiveId" clId="{D8AE8138-C3E2-4590-A0F8-699106645F85}" dt="2025-09-14T06:00:53.064" v="537"/>
        <pc:sldMkLst>
          <pc:docMk/>
          <pc:sldMk cId="2619151558" sldId="267"/>
        </pc:sldMkLst>
      </pc:sldChg>
      <pc:sldChg chg="modSp add mod">
        <pc:chgData name="Carol Wang" userId="7f1cb044a8faaf6c" providerId="LiveId" clId="{D8AE8138-C3E2-4590-A0F8-699106645F85}" dt="2025-09-14T06:49:49.936" v="4043" actId="20577"/>
        <pc:sldMkLst>
          <pc:docMk/>
          <pc:sldMk cId="3592033943" sldId="267"/>
        </pc:sldMkLst>
        <pc:spChg chg="mod">
          <ac:chgData name="Carol Wang" userId="7f1cb044a8faaf6c" providerId="LiveId" clId="{D8AE8138-C3E2-4590-A0F8-699106645F85}" dt="2025-09-14T06:49:49.936" v="4043" actId="20577"/>
          <ac:spMkLst>
            <pc:docMk/>
            <pc:sldMk cId="3592033943" sldId="267"/>
            <ac:spMk id="12" creationId="{02E0212F-A6FF-6009-039C-C50DDB5A71C8}"/>
          </ac:spMkLst>
        </pc:spChg>
        <pc:spChg chg="mod">
          <ac:chgData name="Carol Wang" userId="7f1cb044a8faaf6c" providerId="LiveId" clId="{D8AE8138-C3E2-4590-A0F8-699106645F85}" dt="2025-09-14T06:10:28.949" v="1532" actId="20577"/>
          <ac:spMkLst>
            <pc:docMk/>
            <pc:sldMk cId="3592033943" sldId="267"/>
            <ac:spMk id="19" creationId="{11732126-19C2-8FBA-639A-F62A934B81E9}"/>
          </ac:spMkLst>
        </pc:spChg>
      </pc:sldChg>
      <pc:sldChg chg="addSp delSp modSp add del mod">
        <pc:chgData name="Carol Wang" userId="7f1cb044a8faaf6c" providerId="LiveId" clId="{D8AE8138-C3E2-4590-A0F8-699106645F85}" dt="2025-10-05T04:34:34.397" v="6104" actId="20577"/>
        <pc:sldMkLst>
          <pc:docMk/>
          <pc:sldMk cId="1593156160" sldId="268"/>
        </pc:sldMkLst>
        <pc:spChg chg="mod">
          <ac:chgData name="Carol Wang" userId="7f1cb044a8faaf6c" providerId="LiveId" clId="{D8AE8138-C3E2-4590-A0F8-699106645F85}" dt="2025-10-05T04:34:34.397" v="6104" actId="20577"/>
          <ac:spMkLst>
            <pc:docMk/>
            <pc:sldMk cId="1593156160" sldId="268"/>
            <ac:spMk id="12" creationId="{8D4462E5-1141-3371-2AA8-4624530B65A7}"/>
          </ac:spMkLst>
        </pc:spChg>
        <pc:spChg chg="mod">
          <ac:chgData name="Carol Wang" userId="7f1cb044a8faaf6c" providerId="LiveId" clId="{D8AE8138-C3E2-4590-A0F8-699106645F85}" dt="2025-09-14T06:26:07.399" v="2661" actId="20577"/>
          <ac:spMkLst>
            <pc:docMk/>
            <pc:sldMk cId="1593156160" sldId="268"/>
            <ac:spMk id="19" creationId="{12C58E72-9E93-BB05-FFED-5E41B4B52552}"/>
          </ac:spMkLst>
        </pc:spChg>
        <pc:picChg chg="add mod">
          <ac:chgData name="Carol Wang" userId="7f1cb044a8faaf6c" providerId="LiveId" clId="{D8AE8138-C3E2-4590-A0F8-699106645F85}" dt="2025-09-14T06:46:21.175" v="3819" actId="1076"/>
          <ac:picMkLst>
            <pc:docMk/>
            <pc:sldMk cId="1593156160" sldId="268"/>
            <ac:picMk id="3" creationId="{675BB15C-7F8F-AEF6-9F96-2AEB616C8E71}"/>
          </ac:picMkLst>
        </pc:picChg>
      </pc:sldChg>
      <pc:sldChg chg="addSp modSp add del mod ord">
        <pc:chgData name="Carol Wang" userId="7f1cb044a8faaf6c" providerId="LiveId" clId="{D8AE8138-C3E2-4590-A0F8-699106645F85}" dt="2025-09-14T07:12:00.974" v="5885" actId="20577"/>
        <pc:sldMkLst>
          <pc:docMk/>
          <pc:sldMk cId="1283997160" sldId="269"/>
        </pc:sldMkLst>
        <pc:spChg chg="mod">
          <ac:chgData name="Carol Wang" userId="7f1cb044a8faaf6c" providerId="LiveId" clId="{D8AE8138-C3E2-4590-A0F8-699106645F85}" dt="2025-09-14T07:12:00.974" v="5885" actId="20577"/>
          <ac:spMkLst>
            <pc:docMk/>
            <pc:sldMk cId="1283997160" sldId="269"/>
            <ac:spMk id="12" creationId="{A041839D-2D6D-57C5-7E63-DFBF6316E73E}"/>
          </ac:spMkLst>
        </pc:spChg>
        <pc:spChg chg="mod">
          <ac:chgData name="Carol Wang" userId="7f1cb044a8faaf6c" providerId="LiveId" clId="{D8AE8138-C3E2-4590-A0F8-699106645F85}" dt="2025-09-14T06:42:39.438" v="3606" actId="20577"/>
          <ac:spMkLst>
            <pc:docMk/>
            <pc:sldMk cId="1283997160" sldId="269"/>
            <ac:spMk id="19" creationId="{48AE9D6C-F9A4-86CF-DC66-5E3ACBD3A3B8}"/>
          </ac:spMkLst>
        </pc:spChg>
        <pc:picChg chg="add mod">
          <ac:chgData name="Carol Wang" userId="7f1cb044a8faaf6c" providerId="LiveId" clId="{D8AE8138-C3E2-4590-A0F8-699106645F85}" dt="2025-09-14T06:44:30.883" v="3689" actId="1076"/>
          <ac:picMkLst>
            <pc:docMk/>
            <pc:sldMk cId="1283997160" sldId="269"/>
            <ac:picMk id="3" creationId="{4DC91D50-EF34-70B0-B370-CBD346454943}"/>
          </ac:picMkLst>
        </pc:picChg>
      </pc:sldChg>
      <pc:sldChg chg="addSp delSp modSp add mod">
        <pc:chgData name="Carol Wang" userId="7f1cb044a8faaf6c" providerId="LiveId" clId="{D8AE8138-C3E2-4590-A0F8-699106645F85}" dt="2025-09-14T06:56:56.173" v="5225" actId="207"/>
        <pc:sldMkLst>
          <pc:docMk/>
          <pc:sldMk cId="3955425477" sldId="270"/>
        </pc:sldMkLst>
        <pc:spChg chg="mod">
          <ac:chgData name="Carol Wang" userId="7f1cb044a8faaf6c" providerId="LiveId" clId="{D8AE8138-C3E2-4590-A0F8-699106645F85}" dt="2025-09-14T06:56:56.173" v="5225" actId="207"/>
          <ac:spMkLst>
            <pc:docMk/>
            <pc:sldMk cId="3955425477" sldId="270"/>
            <ac:spMk id="12" creationId="{28A6A9A0-1B47-51A4-C62B-18104A3DB8E5}"/>
          </ac:spMkLst>
        </pc:spChg>
        <pc:picChg chg="add mod">
          <ac:chgData name="Carol Wang" userId="7f1cb044a8faaf6c" providerId="LiveId" clId="{D8AE8138-C3E2-4590-A0F8-699106645F85}" dt="2025-09-14T06:46:28.016" v="3820" actId="1076"/>
          <ac:picMkLst>
            <pc:docMk/>
            <pc:sldMk cId="3955425477" sldId="270"/>
            <ac:picMk id="4" creationId="{CF337DE9-AD2D-5DF4-3AC5-A586B33F116B}"/>
          </ac:picMkLst>
        </pc:picChg>
      </pc:sldChg>
      <pc:sldChg chg="addSp delSp modSp add mod">
        <pc:chgData name="Carol Wang" userId="7f1cb044a8faaf6c" providerId="LiveId" clId="{D8AE8138-C3E2-4590-A0F8-699106645F85}" dt="2025-09-14T06:47:00.410" v="3990" actId="20577"/>
        <pc:sldMkLst>
          <pc:docMk/>
          <pc:sldMk cId="1261973404" sldId="271"/>
        </pc:sldMkLst>
        <pc:spChg chg="add mod">
          <ac:chgData name="Carol Wang" userId="7f1cb044a8faaf6c" providerId="LiveId" clId="{D8AE8138-C3E2-4590-A0F8-699106645F85}" dt="2025-09-14T06:47:00.410" v="3990" actId="20577"/>
          <ac:spMkLst>
            <pc:docMk/>
            <pc:sldMk cId="1261973404" sldId="271"/>
            <ac:spMk id="5" creationId="{290761D5-D68B-F71C-54B1-0DD4F88C26A6}"/>
          </ac:spMkLst>
        </pc:spChg>
        <pc:spChg chg="mod">
          <ac:chgData name="Carol Wang" userId="7f1cb044a8faaf6c" providerId="LiveId" clId="{D8AE8138-C3E2-4590-A0F8-699106645F85}" dt="2025-09-14T06:31:26.999" v="2884" actId="20577"/>
          <ac:spMkLst>
            <pc:docMk/>
            <pc:sldMk cId="1261973404" sldId="271"/>
            <ac:spMk id="12" creationId="{F117453C-32EC-D63C-FEFE-3D170F65AA91}"/>
          </ac:spMkLst>
        </pc:spChg>
        <pc:picChg chg="add mod">
          <ac:chgData name="Carol Wang" userId="7f1cb044a8faaf6c" providerId="LiveId" clId="{D8AE8138-C3E2-4590-A0F8-699106645F85}" dt="2025-09-14T06:39:19.360" v="3165" actId="1076"/>
          <ac:picMkLst>
            <pc:docMk/>
            <pc:sldMk cId="1261973404" sldId="271"/>
            <ac:picMk id="3" creationId="{4826F11D-99B8-BC4D-C6D9-EC18F8DFB776}"/>
          </ac:picMkLst>
        </pc:picChg>
      </pc:sldChg>
      <pc:sldChg chg="addSp delSp modSp add mod">
        <pc:chgData name="Carol Wang" userId="7f1cb044a8faaf6c" providerId="LiveId" clId="{D8AE8138-C3E2-4590-A0F8-699106645F85}" dt="2025-09-14T06:47:12.638" v="3993" actId="114"/>
        <pc:sldMkLst>
          <pc:docMk/>
          <pc:sldMk cId="2491188141" sldId="272"/>
        </pc:sldMkLst>
        <pc:spChg chg="mod">
          <ac:chgData name="Carol Wang" userId="7f1cb044a8faaf6c" providerId="LiveId" clId="{D8AE8138-C3E2-4590-A0F8-699106645F85}" dt="2025-09-14T06:47:12.638" v="3993" actId="114"/>
          <ac:spMkLst>
            <pc:docMk/>
            <pc:sldMk cId="2491188141" sldId="272"/>
            <ac:spMk id="5" creationId="{E9C0EF7F-7560-52DB-90B6-A0FF7023044F}"/>
          </ac:spMkLst>
        </pc:spChg>
        <pc:picChg chg="add mod">
          <ac:chgData name="Carol Wang" userId="7f1cb044a8faaf6c" providerId="LiveId" clId="{D8AE8138-C3E2-4590-A0F8-699106645F85}" dt="2025-09-14T06:47:07.013" v="3991" actId="1076"/>
          <ac:picMkLst>
            <pc:docMk/>
            <pc:sldMk cId="2491188141" sldId="272"/>
            <ac:picMk id="4" creationId="{95C68509-7C26-CAF2-24A8-374B2684B6EF}"/>
          </ac:picMkLst>
        </pc:picChg>
      </pc:sldChg>
      <pc:sldChg chg="addSp delSp modSp add mod">
        <pc:chgData name="Carol Wang" userId="7f1cb044a8faaf6c" providerId="LiveId" clId="{D8AE8138-C3E2-4590-A0F8-699106645F85}" dt="2025-09-14T06:45:16.901" v="3692" actId="1076"/>
        <pc:sldMkLst>
          <pc:docMk/>
          <pc:sldMk cId="569186196" sldId="273"/>
        </pc:sldMkLst>
        <pc:spChg chg="mod">
          <ac:chgData name="Carol Wang" userId="7f1cb044a8faaf6c" providerId="LiveId" clId="{D8AE8138-C3E2-4590-A0F8-699106645F85}" dt="2025-09-14T06:44:24.852" v="3688" actId="20577"/>
          <ac:spMkLst>
            <pc:docMk/>
            <pc:sldMk cId="569186196" sldId="273"/>
            <ac:spMk id="12" creationId="{4B2E2F32-3218-08F7-CED9-AEC9A345888D}"/>
          </ac:spMkLst>
        </pc:spChg>
        <pc:picChg chg="add mod">
          <ac:chgData name="Carol Wang" userId="7f1cb044a8faaf6c" providerId="LiveId" clId="{D8AE8138-C3E2-4590-A0F8-699106645F85}" dt="2025-09-14T06:45:16.901" v="3692" actId="1076"/>
          <ac:picMkLst>
            <pc:docMk/>
            <pc:sldMk cId="569186196" sldId="273"/>
            <ac:picMk id="4" creationId="{1804BBDA-158B-30D1-4303-03496E467F7A}"/>
          </ac:picMkLst>
        </pc:picChg>
      </pc:sldChg>
      <pc:sldChg chg="addSp delSp modSp add mod">
        <pc:chgData name="Carol Wang" userId="7f1cb044a8faaf6c" providerId="LiveId" clId="{D8AE8138-C3E2-4590-A0F8-699106645F85}" dt="2025-09-14T06:56:41.280" v="5223" actId="20577"/>
        <pc:sldMkLst>
          <pc:docMk/>
          <pc:sldMk cId="1259441576" sldId="274"/>
        </pc:sldMkLst>
        <pc:spChg chg="mod">
          <ac:chgData name="Carol Wang" userId="7f1cb044a8faaf6c" providerId="LiveId" clId="{D8AE8138-C3E2-4590-A0F8-699106645F85}" dt="2025-09-14T06:56:41.280" v="5223" actId="20577"/>
          <ac:spMkLst>
            <pc:docMk/>
            <pc:sldMk cId="1259441576" sldId="274"/>
            <ac:spMk id="5" creationId="{FCFF66BD-9BFE-95F8-7B95-FBAB7D9D7B58}"/>
          </ac:spMkLst>
        </pc:spChg>
        <pc:spChg chg="mod">
          <ac:chgData name="Carol Wang" userId="7f1cb044a8faaf6c" providerId="LiveId" clId="{D8AE8138-C3E2-4590-A0F8-699106645F85}" dt="2025-09-14T06:55:24.627" v="4863" actId="1076"/>
          <ac:spMkLst>
            <pc:docMk/>
            <pc:sldMk cId="1259441576" sldId="274"/>
            <ac:spMk id="19" creationId="{9BFD5E03-B5D2-A1EE-9CBF-BF3223F9D717}"/>
          </ac:spMkLst>
        </pc:spChg>
        <pc:picChg chg="add mod">
          <ac:chgData name="Carol Wang" userId="7f1cb044a8faaf6c" providerId="LiveId" clId="{D8AE8138-C3E2-4590-A0F8-699106645F85}" dt="2025-09-14T06:56:19.264" v="5105" actId="1076"/>
          <ac:picMkLst>
            <pc:docMk/>
            <pc:sldMk cId="1259441576" sldId="274"/>
            <ac:picMk id="3" creationId="{006DC856-79E1-2882-B43A-6EBCF6318553}"/>
          </ac:picMkLst>
        </pc:picChg>
      </pc:sldChg>
      <pc:sldChg chg="addSp delSp modSp add mod">
        <pc:chgData name="Carol Wang" userId="7f1cb044a8faaf6c" providerId="LiveId" clId="{D8AE8138-C3E2-4590-A0F8-699106645F85}" dt="2025-09-14T06:54:55.556" v="4766"/>
        <pc:sldMkLst>
          <pc:docMk/>
          <pc:sldMk cId="2810959450" sldId="275"/>
        </pc:sldMkLst>
        <pc:picChg chg="add">
          <ac:chgData name="Carol Wang" userId="7f1cb044a8faaf6c" providerId="LiveId" clId="{D8AE8138-C3E2-4590-A0F8-699106645F85}" dt="2025-09-14T06:54:47.533" v="4764" actId="22"/>
          <ac:picMkLst>
            <pc:docMk/>
            <pc:sldMk cId="2810959450" sldId="275"/>
            <ac:picMk id="4" creationId="{9E79D8DB-A24A-08E3-2B9B-BAA7930D0B1A}"/>
          </ac:picMkLst>
        </pc:picChg>
      </pc:sldChg>
      <pc:sldChg chg="addSp delSp modSp add mod">
        <pc:chgData name="Carol Wang" userId="7f1cb044a8faaf6c" providerId="LiveId" clId="{D8AE8138-C3E2-4590-A0F8-699106645F85}" dt="2025-09-14T07:05:26.920" v="5490" actId="14100"/>
        <pc:sldMkLst>
          <pc:docMk/>
          <pc:sldMk cId="2692319814" sldId="276"/>
        </pc:sldMkLst>
        <pc:spChg chg="mod">
          <ac:chgData name="Carol Wang" userId="7f1cb044a8faaf6c" providerId="LiveId" clId="{D8AE8138-C3E2-4590-A0F8-699106645F85}" dt="2025-09-14T07:04:46.158" v="5480" actId="20577"/>
          <ac:spMkLst>
            <pc:docMk/>
            <pc:sldMk cId="2692319814" sldId="276"/>
            <ac:spMk id="19" creationId="{6DFB8305-B919-8F54-9D83-709E2A3DB857}"/>
          </ac:spMkLst>
        </pc:spChg>
        <pc:picChg chg="add mod">
          <ac:chgData name="Carol Wang" userId="7f1cb044a8faaf6c" providerId="LiveId" clId="{D8AE8138-C3E2-4590-A0F8-699106645F85}" dt="2025-09-14T07:05:24.955" v="5489" actId="1076"/>
          <ac:picMkLst>
            <pc:docMk/>
            <pc:sldMk cId="2692319814" sldId="276"/>
            <ac:picMk id="2" creationId="{2AC7B523-2D2E-A2BB-4732-F02DF7124CE8}"/>
          </ac:picMkLst>
        </pc:picChg>
        <pc:picChg chg="add mod">
          <ac:chgData name="Carol Wang" userId="7f1cb044a8faaf6c" providerId="LiveId" clId="{D8AE8138-C3E2-4590-A0F8-699106645F85}" dt="2025-09-14T07:05:26.920" v="5490" actId="14100"/>
          <ac:picMkLst>
            <pc:docMk/>
            <pc:sldMk cId="2692319814" sldId="276"/>
            <ac:picMk id="3" creationId="{CC5CCCF3-1D33-FD5B-97A4-CD72141041AB}"/>
          </ac:picMkLst>
        </pc:picChg>
      </pc:sldChg>
      <pc:sldChg chg="addSp delSp modSp add mod">
        <pc:chgData name="Carol Wang" userId="7f1cb044a8faaf6c" providerId="LiveId" clId="{D8AE8138-C3E2-4590-A0F8-699106645F85}" dt="2025-09-14T07:13:11.381" v="6027" actId="20577"/>
        <pc:sldMkLst>
          <pc:docMk/>
          <pc:sldMk cId="2637420892" sldId="277"/>
        </pc:sldMkLst>
        <pc:spChg chg="mod">
          <ac:chgData name="Carol Wang" userId="7f1cb044a8faaf6c" providerId="LiveId" clId="{D8AE8138-C3E2-4590-A0F8-699106645F85}" dt="2025-09-14T07:13:11.381" v="6027" actId="20577"/>
          <ac:spMkLst>
            <pc:docMk/>
            <pc:sldMk cId="2637420892" sldId="277"/>
            <ac:spMk id="19" creationId="{C48C76B1-94B1-4123-35D6-CADEE8E68421}"/>
          </ac:spMkLst>
        </pc:spChg>
        <pc:picChg chg="add mod">
          <ac:chgData name="Carol Wang" userId="7f1cb044a8faaf6c" providerId="LiveId" clId="{D8AE8138-C3E2-4590-A0F8-699106645F85}" dt="2025-09-14T07:00:47.780" v="5412" actId="1076"/>
          <ac:picMkLst>
            <pc:docMk/>
            <pc:sldMk cId="2637420892" sldId="277"/>
            <ac:picMk id="3" creationId="{17D98EAF-E240-4234-51AD-BD1D5EF819EC}"/>
          </ac:picMkLst>
        </pc:picChg>
      </pc:sldChg>
      <pc:sldChg chg="addSp delSp modSp add mod">
        <pc:chgData name="Carol Wang" userId="7f1cb044a8faaf6c" providerId="LiveId" clId="{D8AE8138-C3E2-4590-A0F8-699106645F85}" dt="2025-09-14T07:13:29.635" v="6032" actId="20577"/>
        <pc:sldMkLst>
          <pc:docMk/>
          <pc:sldMk cId="2678604989" sldId="278"/>
        </pc:sldMkLst>
        <pc:spChg chg="mod">
          <ac:chgData name="Carol Wang" userId="7f1cb044a8faaf6c" providerId="LiveId" clId="{D8AE8138-C3E2-4590-A0F8-699106645F85}" dt="2025-09-14T07:13:29.635" v="6032" actId="20577"/>
          <ac:spMkLst>
            <pc:docMk/>
            <pc:sldMk cId="2678604989" sldId="278"/>
            <ac:spMk id="19" creationId="{892CB789-31F9-FB51-387F-36CB3F0EEA7D}"/>
          </ac:spMkLst>
        </pc:spChg>
        <pc:picChg chg="add mod">
          <ac:chgData name="Carol Wang" userId="7f1cb044a8faaf6c" providerId="LiveId" clId="{D8AE8138-C3E2-4590-A0F8-699106645F85}" dt="2025-09-14T07:07:41.963" v="5614" actId="1076"/>
          <ac:picMkLst>
            <pc:docMk/>
            <pc:sldMk cId="2678604989" sldId="278"/>
            <ac:picMk id="4" creationId="{85892036-9A89-B7C7-FD36-DE9F6B011F61}"/>
          </ac:picMkLst>
        </pc:picChg>
        <pc:picChg chg="add mod">
          <ac:chgData name="Carol Wang" userId="7f1cb044a8faaf6c" providerId="LiveId" clId="{D8AE8138-C3E2-4590-A0F8-699106645F85}" dt="2025-09-14T07:07:43.600" v="5615" actId="1076"/>
          <ac:picMkLst>
            <pc:docMk/>
            <pc:sldMk cId="2678604989" sldId="278"/>
            <ac:picMk id="5" creationId="{0E4E0A03-7F5D-F3A1-2ED6-33C83FC5DD58}"/>
          </ac:picMkLst>
        </pc:picChg>
      </pc:sldChg>
      <pc:sldChg chg="modSp add mod ord">
        <pc:chgData name="Carol Wang" userId="7f1cb044a8faaf6c" providerId="LiveId" clId="{D8AE8138-C3E2-4590-A0F8-699106645F85}" dt="2025-09-14T07:09:06.284" v="5697"/>
        <pc:sldMkLst>
          <pc:docMk/>
          <pc:sldMk cId="4109646852" sldId="279"/>
        </pc:sldMkLst>
        <pc:spChg chg="mod">
          <ac:chgData name="Carol Wang" userId="7f1cb044a8faaf6c" providerId="LiveId" clId="{D8AE8138-C3E2-4590-A0F8-699106645F85}" dt="2025-09-14T07:09:00.683" v="5695" actId="14100"/>
          <ac:spMkLst>
            <pc:docMk/>
            <pc:sldMk cId="4109646852" sldId="279"/>
            <ac:spMk id="19" creationId="{69F8D2D4-77A1-353A-1B75-E886791B2E7F}"/>
          </ac:spMkLst>
        </pc:spChg>
      </pc:sldChg>
      <pc:sldChg chg="addSp delSp modSp add mod">
        <pc:chgData name="Carol Wang" userId="7f1cb044a8faaf6c" providerId="LiveId" clId="{D8AE8138-C3E2-4590-A0F8-699106645F85}" dt="2025-09-14T07:10:28.111" v="5765" actId="14100"/>
        <pc:sldMkLst>
          <pc:docMk/>
          <pc:sldMk cId="2434448105" sldId="280"/>
        </pc:sldMkLst>
        <pc:spChg chg="mod">
          <ac:chgData name="Carol Wang" userId="7f1cb044a8faaf6c" providerId="LiveId" clId="{D8AE8138-C3E2-4590-A0F8-699106645F85}" dt="2025-09-14T07:10:09.946" v="5756" actId="1076"/>
          <ac:spMkLst>
            <pc:docMk/>
            <pc:sldMk cId="2434448105" sldId="280"/>
            <ac:spMk id="19" creationId="{5B039664-CAD3-DDA9-EE3C-560E03AEB57E}"/>
          </ac:spMkLst>
        </pc:spChg>
        <pc:picChg chg="add mod">
          <ac:chgData name="Carol Wang" userId="7f1cb044a8faaf6c" providerId="LiveId" clId="{D8AE8138-C3E2-4590-A0F8-699106645F85}" dt="2025-09-14T07:10:28.111" v="5765" actId="14100"/>
          <ac:picMkLst>
            <pc:docMk/>
            <pc:sldMk cId="2434448105" sldId="280"/>
            <ac:picMk id="2" creationId="{8273339A-541F-1BC4-27F0-8DFDD7E813C0}"/>
          </ac:picMkLst>
        </pc:picChg>
      </pc:sldChg>
      <pc:sldChg chg="addSp delSp modSp add mod">
        <pc:chgData name="Carol Wang" userId="7f1cb044a8faaf6c" providerId="LiveId" clId="{D8AE8138-C3E2-4590-A0F8-699106645F85}" dt="2025-09-14T07:10:44.231" v="5768"/>
        <pc:sldMkLst>
          <pc:docMk/>
          <pc:sldMk cId="1137921234" sldId="281"/>
        </pc:sldMkLst>
        <pc:picChg chg="add mod">
          <ac:chgData name="Carol Wang" userId="7f1cb044a8faaf6c" providerId="LiveId" clId="{D8AE8138-C3E2-4590-A0F8-699106645F85}" dt="2025-09-14T07:10:44.231" v="5768"/>
          <ac:picMkLst>
            <pc:docMk/>
            <pc:sldMk cId="1137921234" sldId="281"/>
            <ac:picMk id="3" creationId="{B34EFDF6-F04C-9305-14A3-CF541964E469}"/>
          </ac:picMkLst>
        </pc:picChg>
      </pc:sldChg>
      <pc:sldChg chg="addSp delSp modSp add mod">
        <pc:chgData name="Carol Wang" userId="7f1cb044a8faaf6c" providerId="LiveId" clId="{D8AE8138-C3E2-4590-A0F8-699106645F85}" dt="2025-09-14T07:11:10.744" v="5823"/>
        <pc:sldMkLst>
          <pc:docMk/>
          <pc:sldMk cId="4240981180" sldId="282"/>
        </pc:sldMkLst>
        <pc:spChg chg="mod">
          <ac:chgData name="Carol Wang" userId="7f1cb044a8faaf6c" providerId="LiveId" clId="{D8AE8138-C3E2-4590-A0F8-699106645F85}" dt="2025-09-14T07:11:04.739" v="5821" actId="20577"/>
          <ac:spMkLst>
            <pc:docMk/>
            <pc:sldMk cId="4240981180" sldId="282"/>
            <ac:spMk id="19" creationId="{CF61682F-3CA3-4FA8-0339-99690BE9E1AA}"/>
          </ac:spMkLst>
        </pc:spChg>
        <pc:picChg chg="add mod">
          <ac:chgData name="Carol Wang" userId="7f1cb044a8faaf6c" providerId="LiveId" clId="{D8AE8138-C3E2-4590-A0F8-699106645F85}" dt="2025-09-14T07:11:10.744" v="5823"/>
          <ac:picMkLst>
            <pc:docMk/>
            <pc:sldMk cId="4240981180" sldId="282"/>
            <ac:picMk id="2" creationId="{06FD07F4-FE2D-9603-03E0-481A24B8A63C}"/>
          </ac:picMkLst>
        </pc:picChg>
      </pc:sldChg>
      <pc:sldChg chg="addSp delSp modSp add mod modNotesTx">
        <pc:chgData name="Carol Wang" userId="7f1cb044a8faaf6c" providerId="LiveId" clId="{D8AE8138-C3E2-4590-A0F8-699106645F85}" dt="2025-09-21T06:52:20.358" v="6092" actId="20577"/>
        <pc:sldMkLst>
          <pc:docMk/>
          <pc:sldMk cId="520997229" sldId="283"/>
        </pc:sldMkLst>
        <pc:picChg chg="add mod">
          <ac:chgData name="Carol Wang" userId="7f1cb044a8faaf6c" providerId="LiveId" clId="{D8AE8138-C3E2-4590-A0F8-699106645F85}" dt="2025-09-14T07:11:23.673" v="5826"/>
          <ac:picMkLst>
            <pc:docMk/>
            <pc:sldMk cId="520997229" sldId="283"/>
            <ac:picMk id="3" creationId="{19D9A486-520F-ABA5-2A92-EB974B2F21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8C9E1-7DF3-41B5-B987-480371C4561A}"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0A19AE-D60C-4938-86DE-9DD7A080F48D}" type="slidenum">
              <a:rPr lang="en-US" smtClean="0"/>
              <a:t>‹#›</a:t>
            </a:fld>
            <a:endParaRPr lang="en-US"/>
          </a:p>
        </p:txBody>
      </p:sp>
    </p:spTree>
    <p:extLst>
      <p:ext uri="{BB962C8B-B14F-4D97-AF65-F5344CB8AC3E}">
        <p14:creationId xmlns:p14="http://schemas.microsoft.com/office/powerpoint/2010/main" val="3374106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60C61-FFF7-AE11-7A0E-6B7165B45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B45DB-15A9-569E-B96A-FF90B421F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25470-8471-A007-7C5A-79CEEE498C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ABE848-90D4-E8C6-1D75-15B2A638656D}"/>
              </a:ext>
            </a:extLst>
          </p:cNvPr>
          <p:cNvSpPr>
            <a:spLocks noGrp="1"/>
          </p:cNvSpPr>
          <p:nvPr>
            <p:ph type="sldNum" sz="quarter" idx="5"/>
          </p:nvPr>
        </p:nvSpPr>
        <p:spPr/>
        <p:txBody>
          <a:bodyPr/>
          <a:lstStyle/>
          <a:p>
            <a:fld id="{9414032F-CBA0-4192-BDC2-DF885CC616FE}" type="slidenum">
              <a:rPr lang="en-US" smtClean="0"/>
              <a:t>2</a:t>
            </a:fld>
            <a:endParaRPr lang="en-US"/>
          </a:p>
        </p:txBody>
      </p:sp>
    </p:spTree>
    <p:extLst>
      <p:ext uri="{BB962C8B-B14F-4D97-AF65-F5344CB8AC3E}">
        <p14:creationId xmlns:p14="http://schemas.microsoft.com/office/powerpoint/2010/main" val="4076846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14032F-CBA0-4192-BDC2-DF885CC616FE}" type="slidenum">
              <a:rPr lang="en-US" smtClean="0"/>
              <a:t>3</a:t>
            </a:fld>
            <a:endParaRPr lang="en-US"/>
          </a:p>
        </p:txBody>
      </p:sp>
    </p:spTree>
    <p:extLst>
      <p:ext uri="{BB962C8B-B14F-4D97-AF65-F5344CB8AC3E}">
        <p14:creationId xmlns:p14="http://schemas.microsoft.com/office/powerpoint/2010/main" val="141643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B5BB3-BAF8-34A3-D2AF-CFC204768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B2133-E9BD-E2C9-A411-F76AF4B8B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6DFB0-B915-8311-AC3E-562E63596C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41FA1-130E-B9D0-59E1-B8B1A27FC812}"/>
              </a:ext>
            </a:extLst>
          </p:cNvPr>
          <p:cNvSpPr>
            <a:spLocks noGrp="1"/>
          </p:cNvSpPr>
          <p:nvPr>
            <p:ph type="sldNum" sz="quarter" idx="5"/>
          </p:nvPr>
        </p:nvSpPr>
        <p:spPr/>
        <p:txBody>
          <a:bodyPr/>
          <a:lstStyle/>
          <a:p>
            <a:fld id="{9414032F-CBA0-4192-BDC2-DF885CC616FE}" type="slidenum">
              <a:rPr lang="en-US" smtClean="0"/>
              <a:t>4</a:t>
            </a:fld>
            <a:endParaRPr lang="en-US"/>
          </a:p>
        </p:txBody>
      </p:sp>
    </p:spTree>
    <p:extLst>
      <p:ext uri="{BB962C8B-B14F-4D97-AF65-F5344CB8AC3E}">
        <p14:creationId xmlns:p14="http://schemas.microsoft.com/office/powerpoint/2010/main" val="172501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997C6-F57F-35FE-3110-DD3947E2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34B5C-4752-82CE-20DC-02DD85154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B8B8C-38F2-A683-2AEC-8946D21018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61270-7F88-EC9F-D14B-8954CE5FE246}"/>
              </a:ext>
            </a:extLst>
          </p:cNvPr>
          <p:cNvSpPr>
            <a:spLocks noGrp="1"/>
          </p:cNvSpPr>
          <p:nvPr>
            <p:ph type="sldNum" sz="quarter" idx="5"/>
          </p:nvPr>
        </p:nvSpPr>
        <p:spPr/>
        <p:txBody>
          <a:bodyPr/>
          <a:lstStyle/>
          <a:p>
            <a:fld id="{9414032F-CBA0-4192-BDC2-DF885CC616FE}" type="slidenum">
              <a:rPr lang="en-US" smtClean="0"/>
              <a:t>5</a:t>
            </a:fld>
            <a:endParaRPr lang="en-US"/>
          </a:p>
        </p:txBody>
      </p:sp>
    </p:spTree>
    <p:extLst>
      <p:ext uri="{BB962C8B-B14F-4D97-AF65-F5344CB8AC3E}">
        <p14:creationId xmlns:p14="http://schemas.microsoft.com/office/powerpoint/2010/main" val="2265477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5B98E-CC07-C8B9-D13C-158D26A15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5EEB7-CCE6-0767-BAE8-BF8CA1D80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C666A-7B1B-A06D-F352-89997816B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F491A0-6D7A-AB26-339E-E8D7E7141F51}"/>
              </a:ext>
            </a:extLst>
          </p:cNvPr>
          <p:cNvSpPr>
            <a:spLocks noGrp="1"/>
          </p:cNvSpPr>
          <p:nvPr>
            <p:ph type="sldNum" sz="quarter" idx="5"/>
          </p:nvPr>
        </p:nvSpPr>
        <p:spPr/>
        <p:txBody>
          <a:bodyPr/>
          <a:lstStyle/>
          <a:p>
            <a:fld id="{9414032F-CBA0-4192-BDC2-DF885CC616FE}" type="slidenum">
              <a:rPr lang="en-US" smtClean="0"/>
              <a:t>6</a:t>
            </a:fld>
            <a:endParaRPr lang="en-US"/>
          </a:p>
        </p:txBody>
      </p:sp>
    </p:spTree>
    <p:extLst>
      <p:ext uri="{BB962C8B-B14F-4D97-AF65-F5344CB8AC3E}">
        <p14:creationId xmlns:p14="http://schemas.microsoft.com/office/powerpoint/2010/main" val="1152791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AEE7-FE60-C76A-9608-95D460DFA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B77E-0FAB-5467-0980-44BFD707D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DFF45-319D-D336-EB40-59A6F2808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C34ADC-8842-C5EC-4CAE-E8C230793457}"/>
              </a:ext>
            </a:extLst>
          </p:cNvPr>
          <p:cNvSpPr>
            <a:spLocks noGrp="1"/>
          </p:cNvSpPr>
          <p:nvPr>
            <p:ph type="sldNum" sz="quarter" idx="5"/>
          </p:nvPr>
        </p:nvSpPr>
        <p:spPr/>
        <p:txBody>
          <a:bodyPr/>
          <a:lstStyle/>
          <a:p>
            <a:fld id="{9414032F-CBA0-4192-BDC2-DF885CC616FE}" type="slidenum">
              <a:rPr lang="en-US" smtClean="0"/>
              <a:t>7</a:t>
            </a:fld>
            <a:endParaRPr lang="en-US"/>
          </a:p>
        </p:txBody>
      </p:sp>
    </p:spTree>
    <p:extLst>
      <p:ext uri="{BB962C8B-B14F-4D97-AF65-F5344CB8AC3E}">
        <p14:creationId xmlns:p14="http://schemas.microsoft.com/office/powerpoint/2010/main" val="379853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0039-8B2E-2277-91AD-F1D7EEF3F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E73E-EA48-2E96-F2D6-446AE4AB2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8336C-32A4-6019-3AE4-FA2EEEA31A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3F466A-1CFC-1AD8-187F-131C353A6710}"/>
              </a:ext>
            </a:extLst>
          </p:cNvPr>
          <p:cNvSpPr>
            <a:spLocks noGrp="1"/>
          </p:cNvSpPr>
          <p:nvPr>
            <p:ph type="sldNum" sz="quarter" idx="5"/>
          </p:nvPr>
        </p:nvSpPr>
        <p:spPr/>
        <p:txBody>
          <a:bodyPr/>
          <a:lstStyle/>
          <a:p>
            <a:fld id="{9414032F-CBA0-4192-BDC2-DF885CC616FE}" type="slidenum">
              <a:rPr lang="en-US" smtClean="0"/>
              <a:t>8</a:t>
            </a:fld>
            <a:endParaRPr lang="en-US"/>
          </a:p>
        </p:txBody>
      </p:sp>
    </p:spTree>
    <p:extLst>
      <p:ext uri="{BB962C8B-B14F-4D97-AF65-F5344CB8AC3E}">
        <p14:creationId xmlns:p14="http://schemas.microsoft.com/office/powerpoint/2010/main" val="40983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30DDA-DE3D-E2FA-6C36-D3C91E6DC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A83DD-7C93-E913-8E4E-53BC6C974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9E0D97-952A-D910-7C0B-37710FF206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724D1B-F308-5013-C996-AEBAD105869D}"/>
              </a:ext>
            </a:extLst>
          </p:cNvPr>
          <p:cNvSpPr>
            <a:spLocks noGrp="1"/>
          </p:cNvSpPr>
          <p:nvPr>
            <p:ph type="sldNum" sz="quarter" idx="5"/>
          </p:nvPr>
        </p:nvSpPr>
        <p:spPr/>
        <p:txBody>
          <a:bodyPr/>
          <a:lstStyle/>
          <a:p>
            <a:fld id="{9414032F-CBA0-4192-BDC2-DF885CC616FE}" type="slidenum">
              <a:rPr lang="en-US" smtClean="0"/>
              <a:t>9</a:t>
            </a:fld>
            <a:endParaRPr lang="en-US"/>
          </a:p>
        </p:txBody>
      </p:sp>
    </p:spTree>
    <p:extLst>
      <p:ext uri="{BB962C8B-B14F-4D97-AF65-F5344CB8AC3E}">
        <p14:creationId xmlns:p14="http://schemas.microsoft.com/office/powerpoint/2010/main" val="2421400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182E-F6F2-9550-7C66-7DC21C87C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5A4C2-FCDE-504F-99A5-F2154EF9A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2AAF8-2D39-1EF7-4A04-B265FD0D6F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A602BF-2BCC-A42E-E17A-848739F35FD6}"/>
              </a:ext>
            </a:extLst>
          </p:cNvPr>
          <p:cNvSpPr>
            <a:spLocks noGrp="1"/>
          </p:cNvSpPr>
          <p:nvPr>
            <p:ph type="sldNum" sz="quarter" idx="5"/>
          </p:nvPr>
        </p:nvSpPr>
        <p:spPr/>
        <p:txBody>
          <a:bodyPr/>
          <a:lstStyle/>
          <a:p>
            <a:fld id="{9414032F-CBA0-4192-BDC2-DF885CC616FE}" type="slidenum">
              <a:rPr lang="en-US" smtClean="0"/>
              <a:t>10</a:t>
            </a:fld>
            <a:endParaRPr lang="en-US"/>
          </a:p>
        </p:txBody>
      </p:sp>
    </p:spTree>
    <p:extLst>
      <p:ext uri="{BB962C8B-B14F-4D97-AF65-F5344CB8AC3E}">
        <p14:creationId xmlns:p14="http://schemas.microsoft.com/office/powerpoint/2010/main" val="4042481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8B55-7DBE-0880-2163-4BF83699C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7483A-2C43-2266-CB7A-414344111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4F98E-E625-4D1B-D250-D785B07F02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052E6-4EA9-511C-D380-BB658804995E}"/>
              </a:ext>
            </a:extLst>
          </p:cNvPr>
          <p:cNvSpPr>
            <a:spLocks noGrp="1"/>
          </p:cNvSpPr>
          <p:nvPr>
            <p:ph type="sldNum" sz="quarter" idx="5"/>
          </p:nvPr>
        </p:nvSpPr>
        <p:spPr/>
        <p:txBody>
          <a:bodyPr/>
          <a:lstStyle/>
          <a:p>
            <a:fld id="{9414032F-CBA0-4192-BDC2-DF885CC616FE}" type="slidenum">
              <a:rPr lang="en-US" smtClean="0"/>
              <a:t>11</a:t>
            </a:fld>
            <a:endParaRPr lang="en-US"/>
          </a:p>
        </p:txBody>
      </p:sp>
    </p:spTree>
    <p:extLst>
      <p:ext uri="{BB962C8B-B14F-4D97-AF65-F5344CB8AC3E}">
        <p14:creationId xmlns:p14="http://schemas.microsoft.com/office/powerpoint/2010/main" val="3400847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6DB7-A909-5928-734C-00BEEE38E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63E9C-1FE3-1FF7-13FE-4F82C2696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F7725-B6EF-D85D-3BA8-D690FA7DB0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A0B260-2E6D-84D5-E171-879025C0E257}"/>
              </a:ext>
            </a:extLst>
          </p:cNvPr>
          <p:cNvSpPr>
            <a:spLocks noGrp="1"/>
          </p:cNvSpPr>
          <p:nvPr>
            <p:ph type="sldNum" sz="quarter" idx="5"/>
          </p:nvPr>
        </p:nvSpPr>
        <p:spPr/>
        <p:txBody>
          <a:bodyPr/>
          <a:lstStyle/>
          <a:p>
            <a:fld id="{9414032F-CBA0-4192-BDC2-DF885CC616FE}" type="slidenum">
              <a:rPr lang="en-US" smtClean="0"/>
              <a:t>12</a:t>
            </a:fld>
            <a:endParaRPr lang="en-US"/>
          </a:p>
        </p:txBody>
      </p:sp>
    </p:spTree>
    <p:extLst>
      <p:ext uri="{BB962C8B-B14F-4D97-AF65-F5344CB8AC3E}">
        <p14:creationId xmlns:p14="http://schemas.microsoft.com/office/powerpoint/2010/main" val="1129846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C50C6-28D7-994D-9778-C1A33887F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5547E-98A2-081D-9A67-605D17E7C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729B3-D662-52E4-5226-57E6D451BB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29F638-6085-6FEB-1007-E3495D0222EA}"/>
              </a:ext>
            </a:extLst>
          </p:cNvPr>
          <p:cNvSpPr>
            <a:spLocks noGrp="1"/>
          </p:cNvSpPr>
          <p:nvPr>
            <p:ph type="sldNum" sz="quarter" idx="5"/>
          </p:nvPr>
        </p:nvSpPr>
        <p:spPr/>
        <p:txBody>
          <a:bodyPr/>
          <a:lstStyle/>
          <a:p>
            <a:fld id="{9414032F-CBA0-4192-BDC2-DF885CC616FE}" type="slidenum">
              <a:rPr lang="en-US" smtClean="0"/>
              <a:t>13</a:t>
            </a:fld>
            <a:endParaRPr lang="en-US"/>
          </a:p>
        </p:txBody>
      </p:sp>
    </p:spTree>
    <p:extLst>
      <p:ext uri="{BB962C8B-B14F-4D97-AF65-F5344CB8AC3E}">
        <p14:creationId xmlns:p14="http://schemas.microsoft.com/office/powerpoint/2010/main" val="2879794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6C41F-91D8-EB05-953C-30F5531EC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01DD0-E1A2-BF52-DF40-F3050D355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7FE83-B428-22AE-D1C6-AF338B24D2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72300-BE28-B297-F54B-2BC2A51B8218}"/>
              </a:ext>
            </a:extLst>
          </p:cNvPr>
          <p:cNvSpPr>
            <a:spLocks noGrp="1"/>
          </p:cNvSpPr>
          <p:nvPr>
            <p:ph type="sldNum" sz="quarter" idx="5"/>
          </p:nvPr>
        </p:nvSpPr>
        <p:spPr/>
        <p:txBody>
          <a:bodyPr/>
          <a:lstStyle/>
          <a:p>
            <a:fld id="{9414032F-CBA0-4192-BDC2-DF885CC616FE}" type="slidenum">
              <a:rPr lang="en-US" smtClean="0"/>
              <a:t>14</a:t>
            </a:fld>
            <a:endParaRPr lang="en-US"/>
          </a:p>
        </p:txBody>
      </p:sp>
    </p:spTree>
    <p:extLst>
      <p:ext uri="{BB962C8B-B14F-4D97-AF65-F5344CB8AC3E}">
        <p14:creationId xmlns:p14="http://schemas.microsoft.com/office/powerpoint/2010/main" val="2011380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A6F4D-1660-390E-E538-21D132EE8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299B7-BC8D-2225-5CDF-9B3359563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34F08-CC5B-AB97-FE53-10315378D9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23A36F-7D60-38D9-CCDF-C1393CB18581}"/>
              </a:ext>
            </a:extLst>
          </p:cNvPr>
          <p:cNvSpPr>
            <a:spLocks noGrp="1"/>
          </p:cNvSpPr>
          <p:nvPr>
            <p:ph type="sldNum" sz="quarter" idx="5"/>
          </p:nvPr>
        </p:nvSpPr>
        <p:spPr/>
        <p:txBody>
          <a:bodyPr/>
          <a:lstStyle/>
          <a:p>
            <a:fld id="{9414032F-CBA0-4192-BDC2-DF885CC616FE}" type="slidenum">
              <a:rPr lang="en-US" smtClean="0"/>
              <a:t>15</a:t>
            </a:fld>
            <a:endParaRPr lang="en-US"/>
          </a:p>
        </p:txBody>
      </p:sp>
    </p:spTree>
    <p:extLst>
      <p:ext uri="{BB962C8B-B14F-4D97-AF65-F5344CB8AC3E}">
        <p14:creationId xmlns:p14="http://schemas.microsoft.com/office/powerpoint/2010/main" val="2798347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45D0C-476A-BC11-BF66-0176294EE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A8F0-2177-34D8-F2AB-644BA02A2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51BA4-AEC1-C44F-423D-624DF8391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7CA12-7AB6-44EE-77EC-22DB261D9600}"/>
              </a:ext>
            </a:extLst>
          </p:cNvPr>
          <p:cNvSpPr>
            <a:spLocks noGrp="1"/>
          </p:cNvSpPr>
          <p:nvPr>
            <p:ph type="sldNum" sz="quarter" idx="5"/>
          </p:nvPr>
        </p:nvSpPr>
        <p:spPr/>
        <p:txBody>
          <a:bodyPr/>
          <a:lstStyle/>
          <a:p>
            <a:fld id="{9414032F-CBA0-4192-BDC2-DF885CC616FE}" type="slidenum">
              <a:rPr lang="en-US" smtClean="0"/>
              <a:t>16</a:t>
            </a:fld>
            <a:endParaRPr lang="en-US"/>
          </a:p>
        </p:txBody>
      </p:sp>
    </p:spTree>
    <p:extLst>
      <p:ext uri="{BB962C8B-B14F-4D97-AF65-F5344CB8AC3E}">
        <p14:creationId xmlns:p14="http://schemas.microsoft.com/office/powerpoint/2010/main" val="957862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998C-EEC3-E245-2565-F85D2E08B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971D2-BA1C-4BF0-E6E7-8CE2E8E41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B0B44-5F17-E8BF-0A42-5E0EBD5A5F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E35459-F391-45AD-0FB9-A3D3B2DA26A6}"/>
              </a:ext>
            </a:extLst>
          </p:cNvPr>
          <p:cNvSpPr>
            <a:spLocks noGrp="1"/>
          </p:cNvSpPr>
          <p:nvPr>
            <p:ph type="sldNum" sz="quarter" idx="5"/>
          </p:nvPr>
        </p:nvSpPr>
        <p:spPr/>
        <p:txBody>
          <a:bodyPr/>
          <a:lstStyle/>
          <a:p>
            <a:fld id="{9414032F-CBA0-4192-BDC2-DF885CC616FE}" type="slidenum">
              <a:rPr lang="en-US" smtClean="0"/>
              <a:t>17</a:t>
            </a:fld>
            <a:endParaRPr lang="en-US"/>
          </a:p>
        </p:txBody>
      </p:sp>
    </p:spTree>
    <p:extLst>
      <p:ext uri="{BB962C8B-B14F-4D97-AF65-F5344CB8AC3E}">
        <p14:creationId xmlns:p14="http://schemas.microsoft.com/office/powerpoint/2010/main" val="2845691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1FA23-9751-BCB1-3FED-70EAEB74C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97A58-4612-801B-A65C-6C49EC388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659E1-FE81-34BE-5C2E-213A52E2EA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85702A-1B24-AE94-1611-EE28E8B62CA5}"/>
              </a:ext>
            </a:extLst>
          </p:cNvPr>
          <p:cNvSpPr>
            <a:spLocks noGrp="1"/>
          </p:cNvSpPr>
          <p:nvPr>
            <p:ph type="sldNum" sz="quarter" idx="5"/>
          </p:nvPr>
        </p:nvSpPr>
        <p:spPr/>
        <p:txBody>
          <a:bodyPr/>
          <a:lstStyle/>
          <a:p>
            <a:fld id="{9414032F-CBA0-4192-BDC2-DF885CC616FE}" type="slidenum">
              <a:rPr lang="en-US" smtClean="0"/>
              <a:t>18</a:t>
            </a:fld>
            <a:endParaRPr lang="en-US"/>
          </a:p>
        </p:txBody>
      </p:sp>
    </p:spTree>
    <p:extLst>
      <p:ext uri="{BB962C8B-B14F-4D97-AF65-F5344CB8AC3E}">
        <p14:creationId xmlns:p14="http://schemas.microsoft.com/office/powerpoint/2010/main" val="3525596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93E27-63AB-38C2-38DF-79958C60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791AE-042C-E762-4AF8-1797A2F5C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000B1-B166-A266-96BC-5CB96AD7A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C6485-E4B0-A6CC-AA56-8FD5ABE4ECF3}"/>
              </a:ext>
            </a:extLst>
          </p:cNvPr>
          <p:cNvSpPr>
            <a:spLocks noGrp="1"/>
          </p:cNvSpPr>
          <p:nvPr>
            <p:ph type="sldNum" sz="quarter" idx="5"/>
          </p:nvPr>
        </p:nvSpPr>
        <p:spPr/>
        <p:txBody>
          <a:bodyPr/>
          <a:lstStyle/>
          <a:p>
            <a:fld id="{9414032F-CBA0-4192-BDC2-DF885CC616FE}" type="slidenum">
              <a:rPr lang="en-US" smtClean="0"/>
              <a:t>19</a:t>
            </a:fld>
            <a:endParaRPr lang="en-US"/>
          </a:p>
        </p:txBody>
      </p:sp>
    </p:spTree>
    <p:extLst>
      <p:ext uri="{BB962C8B-B14F-4D97-AF65-F5344CB8AC3E}">
        <p14:creationId xmlns:p14="http://schemas.microsoft.com/office/powerpoint/2010/main" val="3993607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796B-89CA-418D-18B7-1A5377685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45CD3-0F93-581F-8693-BC3522B3E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DCB9-35D4-C70E-6EB3-E8FCAC3999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BC25C-9D61-ED31-6752-44D4277D110A}"/>
              </a:ext>
            </a:extLst>
          </p:cNvPr>
          <p:cNvSpPr>
            <a:spLocks noGrp="1"/>
          </p:cNvSpPr>
          <p:nvPr>
            <p:ph type="sldNum" sz="quarter" idx="5"/>
          </p:nvPr>
        </p:nvSpPr>
        <p:spPr/>
        <p:txBody>
          <a:bodyPr/>
          <a:lstStyle/>
          <a:p>
            <a:fld id="{9414032F-CBA0-4192-BDC2-DF885CC616FE}" type="slidenum">
              <a:rPr lang="en-US" smtClean="0"/>
              <a:t>20</a:t>
            </a:fld>
            <a:endParaRPr lang="en-US"/>
          </a:p>
        </p:txBody>
      </p:sp>
    </p:spTree>
    <p:extLst>
      <p:ext uri="{BB962C8B-B14F-4D97-AF65-F5344CB8AC3E}">
        <p14:creationId xmlns:p14="http://schemas.microsoft.com/office/powerpoint/2010/main" val="1849823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80FB-C0AF-590B-8A8F-DCA18F7D5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1D905-25D5-4F6D-F47C-1370D57C5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CE1EF-7687-3DC4-8E08-99C610461F9D}"/>
              </a:ext>
            </a:extLst>
          </p:cNvPr>
          <p:cNvSpPr>
            <a:spLocks noGrp="1"/>
          </p:cNvSpPr>
          <p:nvPr>
            <p:ph type="body" idx="1"/>
          </p:nvPr>
        </p:nvSpPr>
        <p:spPr/>
        <p:txBody>
          <a:bodyPr/>
          <a:lstStyle/>
          <a:p>
            <a:r>
              <a:rPr lang="en-US" dirty="0"/>
              <a:t>To do: fix IRS categories, fix share of </a:t>
            </a:r>
            <a:r>
              <a:rPr lang="en-US"/>
              <a:t>total income</a:t>
            </a:r>
            <a:endParaRPr lang="en-US" dirty="0"/>
          </a:p>
        </p:txBody>
      </p:sp>
      <p:sp>
        <p:nvSpPr>
          <p:cNvPr id="4" name="Slide Number Placeholder 3">
            <a:extLst>
              <a:ext uri="{FF2B5EF4-FFF2-40B4-BE49-F238E27FC236}">
                <a16:creationId xmlns:a16="http://schemas.microsoft.com/office/drawing/2014/main" id="{B16551C4-B344-C833-7844-20B69087A680}"/>
              </a:ext>
            </a:extLst>
          </p:cNvPr>
          <p:cNvSpPr>
            <a:spLocks noGrp="1"/>
          </p:cNvSpPr>
          <p:nvPr>
            <p:ph type="sldNum" sz="quarter" idx="5"/>
          </p:nvPr>
        </p:nvSpPr>
        <p:spPr/>
        <p:txBody>
          <a:bodyPr/>
          <a:lstStyle/>
          <a:p>
            <a:fld id="{9414032F-CBA0-4192-BDC2-DF885CC616FE}" type="slidenum">
              <a:rPr lang="en-US" smtClean="0"/>
              <a:t>21</a:t>
            </a:fld>
            <a:endParaRPr lang="en-US"/>
          </a:p>
        </p:txBody>
      </p:sp>
    </p:spTree>
    <p:extLst>
      <p:ext uri="{BB962C8B-B14F-4D97-AF65-F5344CB8AC3E}">
        <p14:creationId xmlns:p14="http://schemas.microsoft.com/office/powerpoint/2010/main" val="59419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5BA5-7794-8F9F-D66A-CFC13EF536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6C5C96-3478-9410-8229-35F53B18A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97FADD-B614-9BCB-CD08-B590A3F97397}"/>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6B407E54-E7A1-96BD-1453-7545377900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089E0-F7A6-24AF-7E0F-2E1ECF18F722}"/>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01595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0B066-49B1-6835-F3AB-8CEE108CC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644A0A-2BDB-FC72-8B06-49367C3921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4709D-A6FD-8B2B-0D8B-7366FD538DDE}"/>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1DD921E0-6DD2-A2E8-EB88-FED9F1545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2CA58-C4F8-806A-EF40-21844425ECF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6285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A7573-D873-E30D-A6E1-285B5D6778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BA472C-D76D-772D-266B-046A86FA8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1E8610-DAB2-BD09-EB97-D2E4041AC183}"/>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E93AC1D5-C038-FB16-ED62-12177ECDE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EC2B1-388D-20E6-FF89-9FF0BF3091B7}"/>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700097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41D7-AD33-7E61-C06C-AB7AE816D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B12420-AC1A-3F19-50D7-1B5CFA8CC8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40D17F-98EB-177F-81E0-CE1CB1F18E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D3DF85-AA6E-B3B9-7930-C0188F45196C}"/>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6" name="Footer Placeholder 5">
            <a:extLst>
              <a:ext uri="{FF2B5EF4-FFF2-40B4-BE49-F238E27FC236}">
                <a16:creationId xmlns:a16="http://schemas.microsoft.com/office/drawing/2014/main" id="{DDBCF0B5-AD75-6DA4-5DC0-8900120311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8E137-AB25-AB09-1F30-2961326A31EB}"/>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413878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F795-F0A5-66DF-76C3-BBC79C3A8C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95E947-6DCD-9C50-77CF-25C51D8C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D88170-D611-D80D-AE7B-249C834953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95B344-1D07-3893-FBF7-B5B503FE56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5B555A-AE69-C33D-C0AB-C8EE42A6EE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D1EC5C-FEBF-B2F7-A385-C2ADF64F9BBC}"/>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8" name="Footer Placeholder 7">
            <a:extLst>
              <a:ext uri="{FF2B5EF4-FFF2-40B4-BE49-F238E27FC236}">
                <a16:creationId xmlns:a16="http://schemas.microsoft.com/office/drawing/2014/main" id="{04E2DC93-DA1C-76BD-2B02-313AED0973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D00376-DBB2-5E36-5A1A-ACCE7AF467C5}"/>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67600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87CA5-4F6C-F95B-FA08-40722112BA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501FD9-2D6B-8FDA-6A7F-13132C0F1E19}"/>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4" name="Footer Placeholder 3">
            <a:extLst>
              <a:ext uri="{FF2B5EF4-FFF2-40B4-BE49-F238E27FC236}">
                <a16:creationId xmlns:a16="http://schemas.microsoft.com/office/drawing/2014/main" id="{FBA2FC8E-21AE-5CBD-C5DB-48725BE8B1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1550A1-72B2-BD92-3C3A-59CC8710316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2919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407836-8012-1A1A-5B5D-852E4E05789F}"/>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3" name="Footer Placeholder 2">
            <a:extLst>
              <a:ext uri="{FF2B5EF4-FFF2-40B4-BE49-F238E27FC236}">
                <a16:creationId xmlns:a16="http://schemas.microsoft.com/office/drawing/2014/main" id="{06876635-76C4-4F12-4D5E-EB387ED275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AD4BAC-D3DA-2222-374B-0F358A787226}"/>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423294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1A75-5EB6-2527-008F-0A845E6E2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674C78-E907-4555-8C24-2A4EECB8A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AB1CCF-B34B-2F31-4276-622AA552D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5AB06-C8E4-E466-3BE7-F91E9FB0DA28}"/>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6" name="Footer Placeholder 5">
            <a:extLst>
              <a:ext uri="{FF2B5EF4-FFF2-40B4-BE49-F238E27FC236}">
                <a16:creationId xmlns:a16="http://schemas.microsoft.com/office/drawing/2014/main" id="{C250C9E9-FAAC-E419-ED8C-5EBA6AE46F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30C9A0-9D4E-C647-D061-016F88C79BB0}"/>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221407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69AC-FEAD-9DF8-59B9-1844270B1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343F02-01FF-84A3-A428-3772F020B3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B1E0D2-844C-6637-F3C1-D31942FF5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8C22E-7AAB-C809-F835-AFDDC468546E}"/>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6" name="Footer Placeholder 5">
            <a:extLst>
              <a:ext uri="{FF2B5EF4-FFF2-40B4-BE49-F238E27FC236}">
                <a16:creationId xmlns:a16="http://schemas.microsoft.com/office/drawing/2014/main" id="{6A8304E7-0C4F-9F62-987D-3AFA28BC76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F7475A-59ED-B7AD-5022-C4DF15C96F4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26193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166A-CC25-B7C7-5F36-E74F963C75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E3186F-7E5E-F4CD-82BA-C7DB13B74A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FB62B1-E70E-40A7-30E0-FF1C9A8851C4}"/>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ADA7850A-263D-86F9-464D-C848B028A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3A576-4D61-4782-82B4-6B34FE548E9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132618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C4A5D-52F6-F620-C6CD-0BF61B3CD4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6BA202-20C2-5830-0AE7-3335A0D803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A29F3-93F4-4126-632B-C814180261BE}"/>
              </a:ext>
            </a:extLst>
          </p:cNvPr>
          <p:cNvSpPr>
            <a:spLocks noGrp="1"/>
          </p:cNvSpPr>
          <p:nvPr>
            <p:ph type="dt" sz="half" idx="10"/>
          </p:nvPr>
        </p:nvSpPr>
        <p:spPr/>
        <p:txBody>
          <a:body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C4038871-BA62-754A-A56B-E2792B1AB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588F7-F740-A650-0097-AFB0929581AA}"/>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414817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F38A77-4006-4DD8-5F0A-E91A8BF0FF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9FD2A1-8E26-DDBA-D1E6-ED15D6751F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DD78C-BD5D-4483-E910-D176B9C6F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B470D6-64B4-43F0-B64D-CBD127BF1299}" type="datetimeFigureOut">
              <a:rPr lang="en-US" smtClean="0"/>
              <a:t>10/4/2025</a:t>
            </a:fld>
            <a:endParaRPr lang="en-US"/>
          </a:p>
        </p:txBody>
      </p:sp>
      <p:sp>
        <p:nvSpPr>
          <p:cNvPr id="5" name="Footer Placeholder 4">
            <a:extLst>
              <a:ext uri="{FF2B5EF4-FFF2-40B4-BE49-F238E27FC236}">
                <a16:creationId xmlns:a16="http://schemas.microsoft.com/office/drawing/2014/main" id="{C41E4540-1928-40AE-FAA4-05F767268A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EB7D69-E429-FED6-D801-F2E5E021C1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1F9392-ECE3-4ED2-A752-A9DEDD01B00F}" type="slidenum">
              <a:rPr lang="en-US" smtClean="0"/>
              <a:t>‹#›</a:t>
            </a:fld>
            <a:endParaRPr lang="en-US"/>
          </a:p>
        </p:txBody>
      </p:sp>
    </p:spTree>
    <p:extLst>
      <p:ext uri="{BB962C8B-B14F-4D97-AF65-F5344CB8AC3E}">
        <p14:creationId xmlns:p14="http://schemas.microsoft.com/office/powerpoint/2010/main" val="2278874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0099A-7530-73A6-434F-8E721CD738ED}"/>
              </a:ext>
            </a:extLst>
          </p:cNvPr>
          <p:cNvSpPr>
            <a:spLocks noGrp="1"/>
          </p:cNvSpPr>
          <p:nvPr>
            <p:ph type="ctrTitle"/>
          </p:nvPr>
        </p:nvSpPr>
        <p:spPr/>
        <p:txBody>
          <a:bodyPr>
            <a:normAutofit/>
          </a:bodyPr>
          <a:lstStyle/>
          <a:p>
            <a:r>
              <a:rPr lang="en-US" sz="4000" dirty="0"/>
              <a:t>Direct lending fund structures before and after TCJA</a:t>
            </a:r>
          </a:p>
        </p:txBody>
      </p:sp>
      <p:sp>
        <p:nvSpPr>
          <p:cNvPr id="3" name="Subtitle 2">
            <a:extLst>
              <a:ext uri="{FF2B5EF4-FFF2-40B4-BE49-F238E27FC236}">
                <a16:creationId xmlns:a16="http://schemas.microsoft.com/office/drawing/2014/main" id="{7B4FAEF1-68FC-35C8-6130-FF25C3A5CF80}"/>
              </a:ext>
            </a:extLst>
          </p:cNvPr>
          <p:cNvSpPr>
            <a:spLocks noGrp="1"/>
          </p:cNvSpPr>
          <p:nvPr>
            <p:ph type="subTitle" idx="1"/>
          </p:nvPr>
        </p:nvSpPr>
        <p:spPr/>
        <p:txBody>
          <a:bodyPr/>
          <a:lstStyle/>
          <a:p>
            <a:r>
              <a:rPr lang="en-US" dirty="0"/>
              <a:t>Regression Analysis and Plots</a:t>
            </a:r>
          </a:p>
        </p:txBody>
      </p:sp>
    </p:spTree>
    <p:extLst>
      <p:ext uri="{BB962C8B-B14F-4D97-AF65-F5344CB8AC3E}">
        <p14:creationId xmlns:p14="http://schemas.microsoft.com/office/powerpoint/2010/main" val="482816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F034-F018-1B00-59A0-EB5D64B8404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B9CDB975-E2FC-3CAD-C05D-8379FB3A74E1}"/>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Outline</a:t>
            </a:r>
            <a:endParaRPr lang="en-US" sz="2400" dirty="0"/>
          </a:p>
        </p:txBody>
      </p:sp>
      <p:sp>
        <p:nvSpPr>
          <p:cNvPr id="80" name="Slide Number Placeholder 79">
            <a:extLst>
              <a:ext uri="{FF2B5EF4-FFF2-40B4-BE49-F238E27FC236}">
                <a16:creationId xmlns:a16="http://schemas.microsoft.com/office/drawing/2014/main" id="{63C421AB-A6EE-3F40-B171-14713D52C30D}"/>
              </a:ext>
            </a:extLst>
          </p:cNvPr>
          <p:cNvSpPr>
            <a:spLocks noGrp="1"/>
          </p:cNvSpPr>
          <p:nvPr>
            <p:ph type="sldNum" sz="quarter" idx="12"/>
          </p:nvPr>
        </p:nvSpPr>
        <p:spPr/>
        <p:txBody>
          <a:bodyPr/>
          <a:lstStyle/>
          <a:p>
            <a:fld id="{ADDA9D34-D8EF-4237-948B-BB7FF2FABC7B}" type="slidenum">
              <a:rPr lang="en-US" smtClean="0"/>
              <a:t>2</a:t>
            </a:fld>
            <a:endParaRPr lang="en-US"/>
          </a:p>
        </p:txBody>
      </p:sp>
      <p:sp>
        <p:nvSpPr>
          <p:cNvPr id="12" name="TextBox 11">
            <a:extLst>
              <a:ext uri="{FF2B5EF4-FFF2-40B4-BE49-F238E27FC236}">
                <a16:creationId xmlns:a16="http://schemas.microsoft.com/office/drawing/2014/main" id="{167AD215-77DD-0CBC-29E1-549C3B766377}"/>
              </a:ext>
            </a:extLst>
          </p:cNvPr>
          <p:cNvSpPr txBox="1"/>
          <p:nvPr/>
        </p:nvSpPr>
        <p:spPr>
          <a:xfrm>
            <a:off x="621792" y="1089965"/>
            <a:ext cx="10672877" cy="2862322"/>
          </a:xfrm>
          <a:prstGeom prst="rect">
            <a:avLst/>
          </a:prstGeom>
          <a:noFill/>
        </p:spPr>
        <p:txBody>
          <a:bodyPr wrap="square" rtlCol="0">
            <a:spAutoFit/>
          </a:bodyPr>
          <a:lstStyle/>
          <a:p>
            <a:r>
              <a:rPr lang="en-US" dirty="0"/>
              <a:t>Consider how change in structures for direct lending funds (estimated AUM in 2025 is $1.8 trillion) after TCJA may be shown in IRS data</a:t>
            </a:r>
          </a:p>
          <a:p>
            <a:endParaRPr lang="en-US" dirty="0"/>
          </a:p>
          <a:p>
            <a:pPr marL="342900" indent="-342900">
              <a:buFont typeface="+mj-lt"/>
              <a:buAutoNum type="arabicPeriod"/>
            </a:pPr>
            <a:r>
              <a:rPr lang="en-US" dirty="0"/>
              <a:t>Structures (pre- and post-TCJA)</a:t>
            </a:r>
          </a:p>
          <a:p>
            <a:pPr marL="342900" indent="-342900">
              <a:buFont typeface="+mj-lt"/>
              <a:buAutoNum type="arabicPeriod"/>
            </a:pPr>
            <a:r>
              <a:rPr lang="en-US" dirty="0"/>
              <a:t>IRS data</a:t>
            </a:r>
          </a:p>
          <a:p>
            <a:pPr marL="342900" indent="-342900">
              <a:buFont typeface="+mj-lt"/>
              <a:buAutoNum type="arabicPeriod"/>
            </a:pPr>
            <a:r>
              <a:rPr lang="en-US" dirty="0"/>
              <a:t>Hypothesis</a:t>
            </a:r>
          </a:p>
          <a:p>
            <a:pPr marL="342900" indent="-342900">
              <a:buFont typeface="+mj-lt"/>
              <a:buAutoNum type="arabicPeriod"/>
            </a:pPr>
            <a:r>
              <a:rPr lang="en-US" dirty="0"/>
              <a:t>Findings</a:t>
            </a:r>
          </a:p>
          <a:p>
            <a:pPr marL="342900" indent="-342900">
              <a:buFont typeface="+mj-lt"/>
              <a:buAutoNum type="arabicPeriod"/>
            </a:pPr>
            <a:r>
              <a:rPr lang="en-US" dirty="0"/>
              <a:t>Other interesting plots</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4388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CAB5-27B9-30DE-CED9-E71730BC6C5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52BBED9-780F-9D3B-5E76-FFB84861AC10}"/>
              </a:ext>
            </a:extLst>
          </p:cNvPr>
          <p:cNvSpPr txBox="1">
            <a:spLocks/>
          </p:cNvSpPr>
          <p:nvPr/>
        </p:nvSpPr>
        <p:spPr>
          <a:xfrm>
            <a:off x="445187" y="-662782"/>
            <a:ext cx="6871572" cy="146634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1.  Pre TCJA structure: season-and-sell</a:t>
            </a:r>
            <a:endParaRPr lang="en-US" sz="2400" dirty="0"/>
          </a:p>
        </p:txBody>
      </p:sp>
      <p:sp>
        <p:nvSpPr>
          <p:cNvPr id="80" name="Slide Number Placeholder 79">
            <a:extLst>
              <a:ext uri="{FF2B5EF4-FFF2-40B4-BE49-F238E27FC236}">
                <a16:creationId xmlns:a16="http://schemas.microsoft.com/office/drawing/2014/main" id="{6B75B67A-1E5B-6B0D-506F-92AF6752823C}"/>
              </a:ext>
            </a:extLst>
          </p:cNvPr>
          <p:cNvSpPr>
            <a:spLocks noGrp="1"/>
          </p:cNvSpPr>
          <p:nvPr>
            <p:ph type="sldNum" sz="quarter" idx="12"/>
          </p:nvPr>
        </p:nvSpPr>
        <p:spPr/>
        <p:txBody>
          <a:bodyPr/>
          <a:lstStyle/>
          <a:p>
            <a:fld id="{ADDA9D34-D8EF-4237-948B-BB7FF2FABC7B}" type="slidenum">
              <a:rPr lang="en-US" smtClean="0"/>
              <a:t>3</a:t>
            </a:fld>
            <a:endParaRPr lang="en-US"/>
          </a:p>
        </p:txBody>
      </p:sp>
      <p:sp>
        <p:nvSpPr>
          <p:cNvPr id="6" name="Oval 5">
            <a:extLst>
              <a:ext uri="{FF2B5EF4-FFF2-40B4-BE49-F238E27FC236}">
                <a16:creationId xmlns:a16="http://schemas.microsoft.com/office/drawing/2014/main" id="{4B5325AF-17CC-2303-4915-D82173D68456}"/>
              </a:ext>
            </a:extLst>
          </p:cNvPr>
          <p:cNvSpPr/>
          <p:nvPr/>
        </p:nvSpPr>
        <p:spPr>
          <a:xfrm>
            <a:off x="7164590" y="4570903"/>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09F62045-FCC3-4753-CDA7-D4DE8AB2AA71}"/>
              </a:ext>
            </a:extLst>
          </p:cNvPr>
          <p:cNvSpPr/>
          <p:nvPr/>
        </p:nvSpPr>
        <p:spPr>
          <a:xfrm>
            <a:off x="2740011" y="3599993"/>
            <a:ext cx="1829719" cy="797463"/>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200" dirty="0">
                <a:solidFill>
                  <a:srgbClr val="000000"/>
                </a:solidFill>
                <a:ea typeface="DengXian" panose="02010600030101010101" pitchFamily="2" charset="-122"/>
                <a:cs typeface="Times New Roman" panose="02020603050405020304" pitchFamily="18" charset="0"/>
              </a:rPr>
              <a:t>Onshore Fund (DE)</a:t>
            </a:r>
          </a:p>
          <a:p>
            <a:pPr marL="0" marR="0" algn="ctr">
              <a:lnSpc>
                <a:spcPct val="115000"/>
              </a:lnSpc>
              <a:spcAft>
                <a:spcPts val="800"/>
              </a:spcAft>
            </a:pPr>
            <a:endParaRPr lang="en-US" sz="1200" kern="100" dirty="0">
              <a:effectLst/>
              <a:ea typeface="DengXian" panose="02010600030101010101" pitchFamily="2" charset="-122"/>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A44F602F-C1A6-1695-BAC7-F47C003B37CF}"/>
              </a:ext>
            </a:extLst>
          </p:cNvPr>
          <p:cNvCxnSpPr>
            <a:cxnSpLocks/>
          </p:cNvCxnSpPr>
          <p:nvPr/>
        </p:nvCxnSpPr>
        <p:spPr>
          <a:xfrm>
            <a:off x="6406217" y="2293195"/>
            <a:ext cx="1101697" cy="9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B4169F8-AA99-7DFA-0A9E-A671427E9520}"/>
              </a:ext>
            </a:extLst>
          </p:cNvPr>
          <p:cNvCxnSpPr>
            <a:cxnSpLocks/>
            <a:stCxn id="43" idx="4"/>
          </p:cNvCxnSpPr>
          <p:nvPr/>
        </p:nvCxnSpPr>
        <p:spPr>
          <a:xfrm flipH="1">
            <a:off x="6406217" y="2066942"/>
            <a:ext cx="1" cy="2272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E5A08F-5048-8BA6-458E-022C63019759}"/>
              </a:ext>
            </a:extLst>
          </p:cNvPr>
          <p:cNvCxnSpPr>
            <a:cxnSpLocks/>
            <a:stCxn id="44" idx="4"/>
          </p:cNvCxnSpPr>
          <p:nvPr/>
        </p:nvCxnSpPr>
        <p:spPr>
          <a:xfrm>
            <a:off x="7511988" y="2066942"/>
            <a:ext cx="0" cy="236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BFE9544-ACCF-788A-1F53-5B7B6BE8152C}"/>
              </a:ext>
            </a:extLst>
          </p:cNvPr>
          <p:cNvSpPr/>
          <p:nvPr/>
        </p:nvSpPr>
        <p:spPr>
          <a:xfrm>
            <a:off x="3094921" y="1683423"/>
            <a:ext cx="1111156" cy="57221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U.S. taxable LPs</a:t>
            </a:r>
            <a:endParaRPr lang="en-US" sz="1200" kern="100">
              <a:effectLst/>
              <a:ea typeface="DengXian" panose="02010600030101010101" pitchFamily="2" charset="-122"/>
              <a:cs typeface="Times New Roman" panose="02020603050405020304" pitchFamily="18" charset="0"/>
            </a:endParaRPr>
          </a:p>
        </p:txBody>
      </p:sp>
      <p:sp>
        <p:nvSpPr>
          <p:cNvPr id="43" name="Oval 42">
            <a:extLst>
              <a:ext uri="{FF2B5EF4-FFF2-40B4-BE49-F238E27FC236}">
                <a16:creationId xmlns:a16="http://schemas.microsoft.com/office/drawing/2014/main" id="{979F2E88-59D1-8771-9489-80728A64B01A}"/>
              </a:ext>
            </a:extLst>
          </p:cNvPr>
          <p:cNvSpPr/>
          <p:nvPr/>
        </p:nvSpPr>
        <p:spPr>
          <a:xfrm>
            <a:off x="5921633" y="1494733"/>
            <a:ext cx="969170" cy="57220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ECI-sensitive LPs</a:t>
            </a:r>
            <a:endParaRPr lang="en-US" sz="1200" kern="100">
              <a:effectLst/>
              <a:ea typeface="DengXian" panose="02010600030101010101" pitchFamily="2" charset="-122"/>
              <a:cs typeface="Times New Roman" panose="02020603050405020304" pitchFamily="18" charset="0"/>
            </a:endParaRPr>
          </a:p>
        </p:txBody>
      </p:sp>
      <p:sp>
        <p:nvSpPr>
          <p:cNvPr id="44" name="Oval 43">
            <a:extLst>
              <a:ext uri="{FF2B5EF4-FFF2-40B4-BE49-F238E27FC236}">
                <a16:creationId xmlns:a16="http://schemas.microsoft.com/office/drawing/2014/main" id="{54A02681-18A5-3C33-37DA-998134D700F0}"/>
              </a:ext>
            </a:extLst>
          </p:cNvPr>
          <p:cNvSpPr/>
          <p:nvPr/>
        </p:nvSpPr>
        <p:spPr>
          <a:xfrm>
            <a:off x="7037415" y="1494733"/>
            <a:ext cx="949145" cy="57220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UBTI-sensitive LPs</a:t>
            </a:r>
            <a:endParaRPr lang="en-US" sz="1200" kern="100">
              <a:effectLst/>
              <a:ea typeface="DengXian" panose="02010600030101010101" pitchFamily="2" charset="-122"/>
              <a:cs typeface="Times New Roman" panose="02020603050405020304" pitchFamily="18" charset="0"/>
            </a:endParaRPr>
          </a:p>
        </p:txBody>
      </p:sp>
      <p:cxnSp>
        <p:nvCxnSpPr>
          <p:cNvPr id="45" name="Straight Connector 44">
            <a:extLst>
              <a:ext uri="{FF2B5EF4-FFF2-40B4-BE49-F238E27FC236}">
                <a16:creationId xmlns:a16="http://schemas.microsoft.com/office/drawing/2014/main" id="{4D373C6A-DECF-A90F-BC1D-B6E72776D34C}"/>
              </a:ext>
            </a:extLst>
          </p:cNvPr>
          <p:cNvCxnSpPr>
            <a:cxnSpLocks/>
          </p:cNvCxnSpPr>
          <p:nvPr/>
        </p:nvCxnSpPr>
        <p:spPr>
          <a:xfrm>
            <a:off x="3714732" y="4395000"/>
            <a:ext cx="0" cy="718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6984D16-F309-A27B-548B-9E68183EF003}"/>
              </a:ext>
            </a:extLst>
          </p:cNvPr>
          <p:cNvCxnSpPr>
            <a:cxnSpLocks/>
            <a:stCxn id="38" idx="0"/>
            <a:endCxn id="42" idx="4"/>
          </p:cNvCxnSpPr>
          <p:nvPr/>
        </p:nvCxnSpPr>
        <p:spPr>
          <a:xfrm flipH="1" flipV="1">
            <a:off x="3650499" y="2255637"/>
            <a:ext cx="4372" cy="13443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A99F593-C944-A189-5E49-5AECC79D98CB}"/>
              </a:ext>
            </a:extLst>
          </p:cNvPr>
          <p:cNvSpPr/>
          <p:nvPr/>
        </p:nvSpPr>
        <p:spPr>
          <a:xfrm>
            <a:off x="5911607" y="5139765"/>
            <a:ext cx="1090482" cy="44700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dirty="0">
                <a:solidFill>
                  <a:srgbClr val="000000"/>
                </a:solidFill>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48" name="Rectangle 47">
            <a:extLst>
              <a:ext uri="{FF2B5EF4-FFF2-40B4-BE49-F238E27FC236}">
                <a16:creationId xmlns:a16="http://schemas.microsoft.com/office/drawing/2014/main" id="{DCEA80B6-8FBC-35FA-C892-6E445621CD64}"/>
              </a:ext>
            </a:extLst>
          </p:cNvPr>
          <p:cNvSpPr/>
          <p:nvPr/>
        </p:nvSpPr>
        <p:spPr>
          <a:xfrm>
            <a:off x="6367618" y="2618541"/>
            <a:ext cx="949141" cy="572213"/>
          </a:xfrm>
          <a:prstGeom prst="rect">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Offshore Feeder (Cayman)</a:t>
            </a:r>
            <a:endParaRPr lang="en-US" sz="1000" kern="100" dirty="0">
              <a:effectLst/>
              <a:ea typeface="DengXian" panose="02010600030101010101" pitchFamily="2" charset="-122"/>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7A1ABF89-63C6-029A-340D-6D063A9F1DE3}"/>
              </a:ext>
            </a:extLst>
          </p:cNvPr>
          <p:cNvCxnSpPr>
            <a:cxnSpLocks/>
          </p:cNvCxnSpPr>
          <p:nvPr/>
        </p:nvCxnSpPr>
        <p:spPr>
          <a:xfrm>
            <a:off x="6884393" y="2304328"/>
            <a:ext cx="6409" cy="3044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78A8580-7539-C4FF-D652-2E9A13BD1770}"/>
              </a:ext>
            </a:extLst>
          </p:cNvPr>
          <p:cNvCxnSpPr>
            <a:cxnSpLocks/>
            <a:endCxn id="47" idx="0"/>
          </p:cNvCxnSpPr>
          <p:nvPr/>
        </p:nvCxnSpPr>
        <p:spPr>
          <a:xfrm>
            <a:off x="6456849" y="4413666"/>
            <a:ext cx="0" cy="7260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F558C4F1-8F5A-9665-AF5F-F98C5CA6FE7A}"/>
              </a:ext>
            </a:extLst>
          </p:cNvPr>
          <p:cNvSpPr/>
          <p:nvPr/>
        </p:nvSpPr>
        <p:spPr>
          <a:xfrm>
            <a:off x="3130957" y="5127671"/>
            <a:ext cx="1249472" cy="44700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56" name="Isosceles Triangle 55">
            <a:extLst>
              <a:ext uri="{FF2B5EF4-FFF2-40B4-BE49-F238E27FC236}">
                <a16:creationId xmlns:a16="http://schemas.microsoft.com/office/drawing/2014/main" id="{A6BE892F-A291-AB6D-6044-58ACD9006239}"/>
              </a:ext>
            </a:extLst>
          </p:cNvPr>
          <p:cNvSpPr/>
          <p:nvPr/>
        </p:nvSpPr>
        <p:spPr>
          <a:xfrm>
            <a:off x="5440212" y="3536557"/>
            <a:ext cx="2033272" cy="883991"/>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Offshore </a:t>
            </a:r>
            <a:r>
              <a:rPr lang="en-US" sz="1000" kern="100" dirty="0">
                <a:solidFill>
                  <a:srgbClr val="000000"/>
                </a:solidFill>
                <a:ea typeface="DengXian" panose="02010600030101010101" pitchFamily="2" charset="-122"/>
                <a:cs typeface="Times New Roman" panose="02020603050405020304" pitchFamily="18" charset="0"/>
              </a:rPr>
              <a:t>Fund </a:t>
            </a:r>
            <a:br>
              <a:rPr lang="en-US" sz="1000" kern="100" dirty="0">
                <a:solidFill>
                  <a:srgbClr val="000000"/>
                </a:solidFill>
                <a:ea typeface="DengXian" panose="02010600030101010101" pitchFamily="2" charset="-122"/>
                <a:cs typeface="Times New Roman" panose="02020603050405020304" pitchFamily="18" charset="0"/>
              </a:rPr>
            </a:br>
            <a:r>
              <a:rPr lang="en-US" sz="1000" kern="100" dirty="0">
                <a:solidFill>
                  <a:srgbClr val="000000"/>
                </a:solidFill>
                <a:ea typeface="DengXian" panose="02010600030101010101" pitchFamily="2" charset="-122"/>
                <a:cs typeface="Times New Roman" panose="02020603050405020304" pitchFamily="18" charset="0"/>
              </a:rPr>
              <a:t>(Cayman or DE)</a:t>
            </a:r>
          </a:p>
          <a:p>
            <a:pPr marL="0" marR="0" algn="ctr">
              <a:lnSpc>
                <a:spcPct val="115000"/>
              </a:lnSpc>
              <a:spcAft>
                <a:spcPts val="800"/>
              </a:spcAft>
            </a:pPr>
            <a:endParaRPr lang="en-US" sz="1200" kern="1200" dirty="0">
              <a:solidFill>
                <a:srgbClr val="000000"/>
              </a:solidFill>
              <a:effectLst/>
              <a:ea typeface="DengXian" panose="02010600030101010101" pitchFamily="2" charset="-122"/>
              <a:cs typeface="Times New Roman" panose="02020603050405020304" pitchFamily="18" charset="0"/>
            </a:endParaRPr>
          </a:p>
        </p:txBody>
      </p:sp>
      <p:cxnSp>
        <p:nvCxnSpPr>
          <p:cNvPr id="58" name="Straight Connector 57">
            <a:extLst>
              <a:ext uri="{FF2B5EF4-FFF2-40B4-BE49-F238E27FC236}">
                <a16:creationId xmlns:a16="http://schemas.microsoft.com/office/drawing/2014/main" id="{D449CCBA-BDDE-CF10-A3A3-7103C5F163AC}"/>
              </a:ext>
            </a:extLst>
          </p:cNvPr>
          <p:cNvCxnSpPr>
            <a:cxnSpLocks/>
            <a:endCxn id="56" idx="0"/>
          </p:cNvCxnSpPr>
          <p:nvPr/>
        </p:nvCxnSpPr>
        <p:spPr>
          <a:xfrm flipH="1">
            <a:off x="6456848" y="3201262"/>
            <a:ext cx="377837" cy="335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Isosceles Triangle 84">
            <a:extLst>
              <a:ext uri="{FF2B5EF4-FFF2-40B4-BE49-F238E27FC236}">
                <a16:creationId xmlns:a16="http://schemas.microsoft.com/office/drawing/2014/main" id="{FA3AAF6F-F8AF-BB02-DA28-C51C2AF52150}"/>
              </a:ext>
            </a:extLst>
          </p:cNvPr>
          <p:cNvSpPr/>
          <p:nvPr/>
        </p:nvSpPr>
        <p:spPr>
          <a:xfrm>
            <a:off x="4692785" y="1683423"/>
            <a:ext cx="754269" cy="534744"/>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900" kern="1200" dirty="0">
                <a:solidFill>
                  <a:srgbClr val="000000"/>
                </a:solidFill>
                <a:effectLst/>
                <a:ea typeface="DengXian" panose="02010600030101010101" pitchFamily="2" charset="-122"/>
                <a:cs typeface="Times New Roman" panose="02020603050405020304" pitchFamily="18" charset="0"/>
              </a:rPr>
              <a:t>GP</a:t>
            </a:r>
            <a:br>
              <a:rPr lang="en-US" sz="900" kern="100" dirty="0">
                <a:solidFill>
                  <a:srgbClr val="000000"/>
                </a:solidFill>
                <a:ea typeface="DengXian" panose="02010600030101010101" pitchFamily="2" charset="-122"/>
                <a:cs typeface="Times New Roman" panose="02020603050405020304" pitchFamily="18" charset="0"/>
              </a:rPr>
            </a:br>
            <a:endParaRPr lang="en-US" sz="900" kern="1200" dirty="0">
              <a:solidFill>
                <a:srgbClr val="000000"/>
              </a:solidFill>
              <a:effectLst/>
              <a:ea typeface="DengXian" panose="02010600030101010101" pitchFamily="2" charset="-122"/>
              <a:cs typeface="Times New Roman" panose="02020603050405020304" pitchFamily="18" charset="0"/>
            </a:endParaRPr>
          </a:p>
        </p:txBody>
      </p:sp>
      <p:cxnSp>
        <p:nvCxnSpPr>
          <p:cNvPr id="88" name="Straight Connector 87">
            <a:extLst>
              <a:ext uri="{FF2B5EF4-FFF2-40B4-BE49-F238E27FC236}">
                <a16:creationId xmlns:a16="http://schemas.microsoft.com/office/drawing/2014/main" id="{4731EA0B-60D8-560F-57A7-2E971083067A}"/>
              </a:ext>
            </a:extLst>
          </p:cNvPr>
          <p:cNvCxnSpPr>
            <a:cxnSpLocks/>
          </p:cNvCxnSpPr>
          <p:nvPr/>
        </p:nvCxnSpPr>
        <p:spPr>
          <a:xfrm flipH="1">
            <a:off x="6463690" y="3056694"/>
            <a:ext cx="2026430" cy="506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665B819-D07B-BFE7-411F-AD0228F556E1}"/>
              </a:ext>
            </a:extLst>
          </p:cNvPr>
          <p:cNvSpPr txBox="1"/>
          <p:nvPr/>
        </p:nvSpPr>
        <p:spPr>
          <a:xfrm>
            <a:off x="4616135" y="4695147"/>
            <a:ext cx="889987" cy="215444"/>
          </a:xfrm>
          <a:prstGeom prst="rect">
            <a:avLst/>
          </a:prstGeom>
          <a:noFill/>
        </p:spPr>
        <p:txBody>
          <a:bodyPr wrap="none" rtlCol="0">
            <a:spAutoFit/>
          </a:bodyPr>
          <a:lstStyle/>
          <a:p>
            <a:r>
              <a:rPr lang="en-US" sz="800" dirty="0">
                <a:solidFill>
                  <a:schemeClr val="accent2"/>
                </a:solidFill>
              </a:rPr>
              <a:t>Seasoned loans</a:t>
            </a:r>
          </a:p>
        </p:txBody>
      </p:sp>
      <p:cxnSp>
        <p:nvCxnSpPr>
          <p:cNvPr id="4" name="Straight Connector 3">
            <a:extLst>
              <a:ext uri="{FF2B5EF4-FFF2-40B4-BE49-F238E27FC236}">
                <a16:creationId xmlns:a16="http://schemas.microsoft.com/office/drawing/2014/main" id="{3CB94868-E058-64B8-2C5F-9BD559823B38}"/>
              </a:ext>
            </a:extLst>
          </p:cNvPr>
          <p:cNvCxnSpPr>
            <a:cxnSpLocks/>
            <a:stCxn id="38" idx="0"/>
            <a:endCxn id="85" idx="3"/>
          </p:cNvCxnSpPr>
          <p:nvPr/>
        </p:nvCxnSpPr>
        <p:spPr>
          <a:xfrm flipV="1">
            <a:off x="3654871" y="2218167"/>
            <a:ext cx="1415049" cy="13818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A1F3C87-D872-5592-FD1A-F9E008F95DBB}"/>
              </a:ext>
            </a:extLst>
          </p:cNvPr>
          <p:cNvCxnSpPr>
            <a:cxnSpLocks/>
            <a:stCxn id="56" idx="0"/>
            <a:endCxn id="85" idx="3"/>
          </p:cNvCxnSpPr>
          <p:nvPr/>
        </p:nvCxnSpPr>
        <p:spPr>
          <a:xfrm flipH="1" flipV="1">
            <a:off x="5069920" y="2218167"/>
            <a:ext cx="1386928" cy="13183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F2A880C-8DBD-8EEC-CFE2-969E31CCD0C9}"/>
              </a:ext>
            </a:extLst>
          </p:cNvPr>
          <p:cNvCxnSpPr>
            <a:cxnSpLocks/>
          </p:cNvCxnSpPr>
          <p:nvPr/>
        </p:nvCxnSpPr>
        <p:spPr>
          <a:xfrm>
            <a:off x="4527881" y="4665569"/>
            <a:ext cx="1068934"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ACC68C1C-CA87-783A-C8B7-C4263D1693D5}"/>
              </a:ext>
            </a:extLst>
          </p:cNvPr>
          <p:cNvSpPr/>
          <p:nvPr/>
        </p:nvSpPr>
        <p:spPr>
          <a:xfrm>
            <a:off x="8129731" y="2643396"/>
            <a:ext cx="1062117" cy="41936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dirty="0">
                <a:solidFill>
                  <a:srgbClr val="000000"/>
                </a:solidFill>
                <a:ea typeface="DengXian" panose="02010600030101010101" pitchFamily="2" charset="-122"/>
                <a:cs typeface="Times New Roman" panose="02020603050405020304" pitchFamily="18" charset="0"/>
              </a:rPr>
              <a:t>Independent Directors</a:t>
            </a:r>
            <a:endParaRPr lang="en-US" sz="700" kern="100" dirty="0">
              <a:effectLst/>
              <a:ea typeface="DengXian" panose="02010600030101010101" pitchFamily="2" charset="-122"/>
              <a:cs typeface="Times New Roman" panose="02020603050405020304" pitchFamily="18" charset="0"/>
            </a:endParaRPr>
          </a:p>
        </p:txBody>
      </p:sp>
      <p:sp>
        <p:nvSpPr>
          <p:cNvPr id="69" name="Isosceles Triangle 68">
            <a:extLst>
              <a:ext uri="{FF2B5EF4-FFF2-40B4-BE49-F238E27FC236}">
                <a16:creationId xmlns:a16="http://schemas.microsoft.com/office/drawing/2014/main" id="{5B5AA3A5-E59B-00D1-14D3-C598E23A1CB6}"/>
              </a:ext>
            </a:extLst>
          </p:cNvPr>
          <p:cNvSpPr/>
          <p:nvPr/>
        </p:nvSpPr>
        <p:spPr>
          <a:xfrm>
            <a:off x="4565359" y="2703546"/>
            <a:ext cx="1072994" cy="419368"/>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Manager</a:t>
            </a:r>
            <a:br>
              <a:rPr lang="en-US" sz="700" kern="100" dirty="0">
                <a:solidFill>
                  <a:srgbClr val="000000"/>
                </a:solidFill>
                <a:ea typeface="DengXian" panose="02010600030101010101" pitchFamily="2" charset="-122"/>
                <a:cs typeface="Times New Roman" panose="02020603050405020304" pitchFamily="18" charset="0"/>
              </a:rPr>
            </a:br>
            <a:endParaRPr lang="en-US" sz="700" kern="1200" dirty="0">
              <a:solidFill>
                <a:srgbClr val="000000"/>
              </a:solidFill>
              <a:effectLst/>
              <a:ea typeface="DengXian" panose="02010600030101010101" pitchFamily="2" charset="-122"/>
              <a:cs typeface="Times New Roman" panose="02020603050405020304" pitchFamily="18" charset="0"/>
            </a:endParaRPr>
          </a:p>
        </p:txBody>
      </p:sp>
      <p:cxnSp>
        <p:nvCxnSpPr>
          <p:cNvPr id="73" name="Straight Arrow Connector 72">
            <a:extLst>
              <a:ext uri="{FF2B5EF4-FFF2-40B4-BE49-F238E27FC236}">
                <a16:creationId xmlns:a16="http://schemas.microsoft.com/office/drawing/2014/main" id="{4FD28A90-656D-633C-3578-29DFA5DCF8D0}"/>
              </a:ext>
            </a:extLst>
          </p:cNvPr>
          <p:cNvCxnSpPr>
            <a:cxnSpLocks/>
          </p:cNvCxnSpPr>
          <p:nvPr/>
        </p:nvCxnSpPr>
        <p:spPr>
          <a:xfrm flipV="1">
            <a:off x="7473484" y="4543233"/>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3A37E338-05C6-3E80-CFBD-A5DCD04BED87}"/>
              </a:ext>
            </a:extLst>
          </p:cNvPr>
          <p:cNvSpPr txBox="1"/>
          <p:nvPr/>
        </p:nvSpPr>
        <p:spPr>
          <a:xfrm>
            <a:off x="7442975" y="4683438"/>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8" name="TextBox 68">
            <a:extLst>
              <a:ext uri="{FF2B5EF4-FFF2-40B4-BE49-F238E27FC236}">
                <a16:creationId xmlns:a16="http://schemas.microsoft.com/office/drawing/2014/main" id="{1DDB4C1F-4038-42B9-5080-CE4AADF7F158}"/>
              </a:ext>
            </a:extLst>
          </p:cNvPr>
          <p:cNvSpPr txBox="1"/>
          <p:nvPr/>
        </p:nvSpPr>
        <p:spPr>
          <a:xfrm>
            <a:off x="6011423" y="4669198"/>
            <a:ext cx="650814" cy="372708"/>
          </a:xfrm>
          <a:prstGeom prst="rect">
            <a:avLst/>
          </a:prstGeom>
          <a:noFill/>
        </p:spPr>
        <p:txBody>
          <a:bodyPr wrap="square" rtlCol="0">
            <a:spAutoFit/>
          </a:bodyPr>
          <a:lstStyle/>
          <a:p>
            <a:pPr marL="0" marR="0">
              <a:lnSpc>
                <a:spcPct val="115000"/>
              </a:lnSpc>
              <a:spcAft>
                <a:spcPts val="800"/>
              </a:spcAft>
            </a:pPr>
            <a:r>
              <a:rPr lang="en-US" sz="10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Debt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13" name="Oval 12">
            <a:extLst>
              <a:ext uri="{FF2B5EF4-FFF2-40B4-BE49-F238E27FC236}">
                <a16:creationId xmlns:a16="http://schemas.microsoft.com/office/drawing/2014/main" id="{F455931C-F7B0-B347-1083-2EE966D5B183}"/>
              </a:ext>
            </a:extLst>
          </p:cNvPr>
          <p:cNvSpPr/>
          <p:nvPr/>
        </p:nvSpPr>
        <p:spPr>
          <a:xfrm>
            <a:off x="7243045" y="3303289"/>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7B91D30-676C-C378-A3AC-97036799F97D}"/>
              </a:ext>
            </a:extLst>
          </p:cNvPr>
          <p:cNvCxnSpPr>
            <a:cxnSpLocks/>
          </p:cNvCxnSpPr>
          <p:nvPr/>
        </p:nvCxnSpPr>
        <p:spPr>
          <a:xfrm flipV="1">
            <a:off x="7490549" y="3187339"/>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6E5DB37-E10B-578E-325A-B535629F2AD2}"/>
              </a:ext>
            </a:extLst>
          </p:cNvPr>
          <p:cNvSpPr txBox="1"/>
          <p:nvPr/>
        </p:nvSpPr>
        <p:spPr>
          <a:xfrm>
            <a:off x="7460040" y="3327544"/>
            <a:ext cx="1230850" cy="276999"/>
          </a:xfrm>
          <a:prstGeom prst="rect">
            <a:avLst/>
          </a:prstGeom>
          <a:noFill/>
        </p:spPr>
        <p:txBody>
          <a:bodyPr wrap="none" rtlCol="0">
            <a:spAutoFit/>
          </a:bodyPr>
          <a:lstStyle/>
          <a:p>
            <a:r>
              <a:rPr lang="en-US" sz="1200" dirty="0">
                <a:solidFill>
                  <a:srgbClr val="00B050"/>
                </a:solidFill>
              </a:rPr>
              <a:t>Interest Income</a:t>
            </a:r>
          </a:p>
        </p:txBody>
      </p:sp>
    </p:spTree>
    <p:extLst>
      <p:ext uri="{BB962C8B-B14F-4D97-AF65-F5344CB8AC3E}">
        <p14:creationId xmlns:p14="http://schemas.microsoft.com/office/powerpoint/2010/main" val="55338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D058-0E79-E568-0DBD-1DBB30477C2B}"/>
            </a:ext>
          </a:extLst>
        </p:cNvPr>
        <p:cNvGrpSpPr/>
        <p:nvPr/>
      </p:nvGrpSpPr>
      <p:grpSpPr>
        <a:xfrm>
          <a:off x="0" y="0"/>
          <a:ext cx="0" cy="0"/>
          <a:chOff x="0" y="0"/>
          <a:chExt cx="0" cy="0"/>
        </a:xfrm>
      </p:grpSpPr>
      <p:sp>
        <p:nvSpPr>
          <p:cNvPr id="67" name="Oval 66">
            <a:extLst>
              <a:ext uri="{FF2B5EF4-FFF2-40B4-BE49-F238E27FC236}">
                <a16:creationId xmlns:a16="http://schemas.microsoft.com/office/drawing/2014/main" id="{516D0D99-DCA7-D059-B352-C144745452FB}"/>
              </a:ext>
            </a:extLst>
          </p:cNvPr>
          <p:cNvSpPr/>
          <p:nvPr/>
        </p:nvSpPr>
        <p:spPr>
          <a:xfrm>
            <a:off x="6683298" y="3121977"/>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3922D4E0-2403-D3FE-96A9-004604B20BC5}"/>
              </a:ext>
            </a:extLst>
          </p:cNvPr>
          <p:cNvGrpSpPr/>
          <p:nvPr/>
        </p:nvGrpSpPr>
        <p:grpSpPr>
          <a:xfrm>
            <a:off x="3422036" y="1262288"/>
            <a:ext cx="4326751" cy="5033514"/>
            <a:chOff x="146798" y="0"/>
            <a:chExt cx="4327159" cy="5034015"/>
          </a:xfrm>
        </p:grpSpPr>
        <p:cxnSp>
          <p:nvCxnSpPr>
            <p:cNvPr id="36" name="Straight Connector 35">
              <a:extLst>
                <a:ext uri="{FF2B5EF4-FFF2-40B4-BE49-F238E27FC236}">
                  <a16:creationId xmlns:a16="http://schemas.microsoft.com/office/drawing/2014/main" id="{B3168D4B-956A-91B8-3FA0-45DC7E9D48E1}"/>
                </a:ext>
              </a:extLst>
            </p:cNvPr>
            <p:cNvCxnSpPr>
              <a:cxnSpLocks/>
              <a:stCxn id="50" idx="3"/>
              <a:endCxn id="52" idx="0"/>
            </p:cNvCxnSpPr>
            <p:nvPr/>
          </p:nvCxnSpPr>
          <p:spPr>
            <a:xfrm flipH="1">
              <a:off x="2468047" y="1774460"/>
              <a:ext cx="901433" cy="351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Isosceles Triangle 37">
              <a:extLst>
                <a:ext uri="{FF2B5EF4-FFF2-40B4-BE49-F238E27FC236}">
                  <a16:creationId xmlns:a16="http://schemas.microsoft.com/office/drawing/2014/main" id="{62A4FA24-F3BE-40D8-7580-E57C80FB14F1}"/>
                </a:ext>
              </a:extLst>
            </p:cNvPr>
            <p:cNvSpPr/>
            <p:nvPr/>
          </p:nvSpPr>
          <p:spPr>
            <a:xfrm>
              <a:off x="965093" y="3167076"/>
              <a:ext cx="1829892" cy="797542"/>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900" kern="1200">
                  <a:solidFill>
                    <a:srgbClr val="000000"/>
                  </a:solidFill>
                  <a:effectLst/>
                  <a:ea typeface="DengXian" panose="02010600030101010101" pitchFamily="2" charset="-122"/>
                  <a:cs typeface="Times New Roman" panose="02020603050405020304" pitchFamily="18" charset="0"/>
                </a:rPr>
                <a:t>Origination SPV</a:t>
              </a:r>
              <a:endParaRPr lang="en-US" sz="1200" kern="100">
                <a:effectLst/>
                <a:ea typeface="DengXian" panose="02010600030101010101" pitchFamily="2" charset="-122"/>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E508D931-A3E6-8C7B-E44C-3FE0301F5A68}"/>
                </a:ext>
              </a:extLst>
            </p:cNvPr>
            <p:cNvCxnSpPr>
              <a:cxnSpLocks/>
            </p:cNvCxnSpPr>
            <p:nvPr/>
          </p:nvCxnSpPr>
          <p:spPr>
            <a:xfrm>
              <a:off x="2893464" y="798542"/>
              <a:ext cx="1101801" cy="9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96F74B6-5BD4-00B1-6AAD-BAE3C15EEDA3}"/>
                </a:ext>
              </a:extLst>
            </p:cNvPr>
            <p:cNvCxnSpPr>
              <a:cxnSpLocks/>
              <a:stCxn id="43" idx="4"/>
            </p:cNvCxnSpPr>
            <p:nvPr/>
          </p:nvCxnSpPr>
          <p:spPr>
            <a:xfrm flipH="1">
              <a:off x="2893464" y="572266"/>
              <a:ext cx="1" cy="2272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9396F27-F51B-742A-3CA6-A8F3809FF61D}"/>
                </a:ext>
              </a:extLst>
            </p:cNvPr>
            <p:cNvCxnSpPr>
              <a:cxnSpLocks/>
              <a:stCxn id="44" idx="4"/>
            </p:cNvCxnSpPr>
            <p:nvPr/>
          </p:nvCxnSpPr>
          <p:spPr>
            <a:xfrm>
              <a:off x="3999340" y="572266"/>
              <a:ext cx="0" cy="2364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1AD819C2-6E81-13AB-A9AD-8F024A93D46E}"/>
                </a:ext>
              </a:extLst>
            </p:cNvPr>
            <p:cNvSpPr/>
            <p:nvPr/>
          </p:nvSpPr>
          <p:spPr>
            <a:xfrm>
              <a:off x="359281" y="53418"/>
              <a:ext cx="1111261" cy="572271"/>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U.S. taxable LPs</a:t>
              </a:r>
              <a:endParaRPr lang="en-US" sz="1200" kern="100">
                <a:effectLst/>
                <a:ea typeface="DengXian" panose="02010600030101010101" pitchFamily="2" charset="-122"/>
                <a:cs typeface="Times New Roman" panose="02020603050405020304" pitchFamily="18" charset="0"/>
              </a:endParaRPr>
            </a:p>
          </p:txBody>
        </p:sp>
        <p:sp>
          <p:nvSpPr>
            <p:cNvPr id="43" name="Oval 42">
              <a:extLst>
                <a:ext uri="{FF2B5EF4-FFF2-40B4-BE49-F238E27FC236}">
                  <a16:creationId xmlns:a16="http://schemas.microsoft.com/office/drawing/2014/main" id="{39E5D07C-435E-CA63-DA1A-B41D86F3BA97}"/>
                </a:ext>
              </a:extLst>
            </p:cNvPr>
            <p:cNvSpPr/>
            <p:nvPr/>
          </p:nvSpPr>
          <p:spPr>
            <a:xfrm>
              <a:off x="2408834" y="0"/>
              <a:ext cx="969261" cy="572266"/>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ECI-sensitive LPs</a:t>
              </a:r>
              <a:endParaRPr lang="en-US" sz="1200" kern="100">
                <a:effectLst/>
                <a:ea typeface="DengXian" panose="02010600030101010101" pitchFamily="2" charset="-122"/>
                <a:cs typeface="Times New Roman" panose="02020603050405020304" pitchFamily="18" charset="0"/>
              </a:endParaRPr>
            </a:p>
          </p:txBody>
        </p:sp>
        <p:sp>
          <p:nvSpPr>
            <p:cNvPr id="44" name="Oval 43">
              <a:extLst>
                <a:ext uri="{FF2B5EF4-FFF2-40B4-BE49-F238E27FC236}">
                  <a16:creationId xmlns:a16="http://schemas.microsoft.com/office/drawing/2014/main" id="{10C7BD70-ADE8-2211-F9C4-6B2B2691E50F}"/>
                </a:ext>
              </a:extLst>
            </p:cNvPr>
            <p:cNvSpPr/>
            <p:nvPr/>
          </p:nvSpPr>
          <p:spPr>
            <a:xfrm>
              <a:off x="3524722" y="0"/>
              <a:ext cx="949235" cy="572266"/>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UBTI-sensitive LPs</a:t>
              </a:r>
              <a:endParaRPr lang="en-US" sz="1200" kern="100">
                <a:effectLst/>
                <a:ea typeface="DengXian" panose="02010600030101010101" pitchFamily="2" charset="-122"/>
                <a:cs typeface="Times New Roman" panose="02020603050405020304" pitchFamily="18" charset="0"/>
              </a:endParaRPr>
            </a:p>
          </p:txBody>
        </p:sp>
        <p:cxnSp>
          <p:nvCxnSpPr>
            <p:cNvPr id="45" name="Straight Connector 44">
              <a:extLst>
                <a:ext uri="{FF2B5EF4-FFF2-40B4-BE49-F238E27FC236}">
                  <a16:creationId xmlns:a16="http://schemas.microsoft.com/office/drawing/2014/main" id="{334FB4AA-3009-D48C-BC94-43BEEAA9BC0D}"/>
                </a:ext>
              </a:extLst>
            </p:cNvPr>
            <p:cNvCxnSpPr>
              <a:cxnSpLocks/>
            </p:cNvCxnSpPr>
            <p:nvPr/>
          </p:nvCxnSpPr>
          <p:spPr>
            <a:xfrm>
              <a:off x="1794192" y="3964619"/>
              <a:ext cx="0" cy="7188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784B17D-E4FB-04F1-10DB-EB4528A340D5}"/>
                </a:ext>
              </a:extLst>
            </p:cNvPr>
            <p:cNvCxnSpPr>
              <a:cxnSpLocks/>
              <a:stCxn id="59" idx="0"/>
              <a:endCxn id="42" idx="4"/>
            </p:cNvCxnSpPr>
            <p:nvPr/>
          </p:nvCxnSpPr>
          <p:spPr>
            <a:xfrm flipH="1" flipV="1">
              <a:off x="914911" y="625689"/>
              <a:ext cx="889" cy="4884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724F852-303E-CA2E-6AAE-F9A7945D67BB}"/>
                </a:ext>
              </a:extLst>
            </p:cNvPr>
            <p:cNvCxnSpPr>
              <a:cxnSpLocks/>
              <a:endCxn id="50" idx="0"/>
            </p:cNvCxnSpPr>
            <p:nvPr/>
          </p:nvCxnSpPr>
          <p:spPr>
            <a:xfrm flipH="1">
              <a:off x="3369480" y="809676"/>
              <a:ext cx="2205" cy="1949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Isosceles Triangle 49">
              <a:extLst>
                <a:ext uri="{FF2B5EF4-FFF2-40B4-BE49-F238E27FC236}">
                  <a16:creationId xmlns:a16="http://schemas.microsoft.com/office/drawing/2014/main" id="{E95EFFEC-DC15-BE3F-58CB-BFBCDD3D91C1}"/>
                </a:ext>
              </a:extLst>
            </p:cNvPr>
            <p:cNvSpPr/>
            <p:nvPr/>
          </p:nvSpPr>
          <p:spPr>
            <a:xfrm>
              <a:off x="2423824" y="1004640"/>
              <a:ext cx="1891313" cy="769820"/>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Parallel</a:t>
              </a:r>
              <a:br>
                <a:rPr lang="en-US" sz="1000" dirty="0">
                  <a:solidFill>
                    <a:srgbClr val="000000"/>
                  </a:solidFill>
                  <a:ea typeface="DengXian" panose="02010600030101010101" pitchFamily="2" charset="-122"/>
                  <a:cs typeface="Times New Roman" panose="02020603050405020304" pitchFamily="18" charset="0"/>
                </a:rPr>
              </a:br>
              <a:r>
                <a:rPr lang="en-US" sz="800" dirty="0">
                  <a:solidFill>
                    <a:srgbClr val="000000"/>
                  </a:solidFill>
                  <a:ea typeface="DengXian" panose="02010600030101010101" pitchFamily="2" charset="-122"/>
                  <a:cs typeface="Times New Roman" panose="02020603050405020304" pitchFamily="18" charset="0"/>
                </a:rPr>
                <a:t>(Cayman or US)</a:t>
              </a:r>
              <a:endParaRPr lang="en-US" sz="800" kern="100" dirty="0">
                <a:effectLst/>
                <a:ea typeface="DengXian" panose="02010600030101010101" pitchFamily="2" charset="-122"/>
                <a:cs typeface="Times New Roman" panose="02020603050405020304" pitchFamily="18" charset="0"/>
              </a:endParaRPr>
            </a:p>
          </p:txBody>
        </p:sp>
        <p:sp>
          <p:nvSpPr>
            <p:cNvPr id="52" name="Rectangle 51">
              <a:extLst>
                <a:ext uri="{FF2B5EF4-FFF2-40B4-BE49-F238E27FC236}">
                  <a16:creationId xmlns:a16="http://schemas.microsoft.com/office/drawing/2014/main" id="{07F0C9AE-1F23-3B43-FFB0-E5B566B0B78D}"/>
                </a:ext>
              </a:extLst>
            </p:cNvPr>
            <p:cNvSpPr/>
            <p:nvPr/>
          </p:nvSpPr>
          <p:spPr>
            <a:xfrm>
              <a:off x="1993431" y="2126411"/>
              <a:ext cx="949231" cy="572270"/>
            </a:xfrm>
            <a:prstGeom prst="rect">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100" kern="1200" dirty="0">
                  <a:solidFill>
                    <a:srgbClr val="000000"/>
                  </a:solidFill>
                  <a:effectLst/>
                  <a:ea typeface="DengXian" panose="02010600030101010101" pitchFamily="2" charset="-122"/>
                  <a:cs typeface="Times New Roman" panose="02020603050405020304" pitchFamily="18" charset="0"/>
                </a:rPr>
                <a:t>U.S. Leveraged Blocker</a:t>
              </a:r>
              <a:endParaRPr lang="en-US" sz="1100" kern="100" dirty="0">
                <a:effectLst/>
                <a:ea typeface="DengXian" panose="02010600030101010101" pitchFamily="2" charset="-122"/>
                <a:cs typeface="Times New Roman" panose="02020603050405020304" pitchFamily="18" charset="0"/>
              </a:endParaRPr>
            </a:p>
          </p:txBody>
        </p:sp>
        <p:sp>
          <p:nvSpPr>
            <p:cNvPr id="53" name="Oval 52">
              <a:extLst>
                <a:ext uri="{FF2B5EF4-FFF2-40B4-BE49-F238E27FC236}">
                  <a16:creationId xmlns:a16="http://schemas.microsoft.com/office/drawing/2014/main" id="{11E1FE82-4785-C5AF-1090-3AE00CE188F9}"/>
                </a:ext>
              </a:extLst>
            </p:cNvPr>
            <p:cNvSpPr/>
            <p:nvPr/>
          </p:nvSpPr>
          <p:spPr>
            <a:xfrm>
              <a:off x="1260104" y="4586966"/>
              <a:ext cx="1249590" cy="44704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54" name="TextBox 68">
              <a:extLst>
                <a:ext uri="{FF2B5EF4-FFF2-40B4-BE49-F238E27FC236}">
                  <a16:creationId xmlns:a16="http://schemas.microsoft.com/office/drawing/2014/main" id="{79828B93-C4D0-6D7B-D9EC-1037B2F9716E}"/>
                </a:ext>
              </a:extLst>
            </p:cNvPr>
            <p:cNvSpPr txBox="1"/>
            <p:nvPr/>
          </p:nvSpPr>
          <p:spPr>
            <a:xfrm>
              <a:off x="2357775" y="1774460"/>
              <a:ext cx="650875" cy="372745"/>
            </a:xfrm>
            <a:prstGeom prst="rect">
              <a:avLst/>
            </a:prstGeom>
            <a:noFill/>
          </p:spPr>
          <p:txBody>
            <a:bodyPr wrap="square" rtlCol="0">
              <a:spAutoFit/>
            </a:bodyPr>
            <a:lstStyle/>
            <a:p>
              <a:pPr marL="0" marR="0">
                <a:lnSpc>
                  <a:spcPct val="115000"/>
                </a:lnSpc>
                <a:spcAft>
                  <a:spcPts val="800"/>
                </a:spcAft>
              </a:pPr>
              <a:r>
                <a:rPr lang="en-US" sz="10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Debt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cxnSp>
          <p:nvCxnSpPr>
            <p:cNvPr id="55" name="Straight Connector 54">
              <a:extLst>
                <a:ext uri="{FF2B5EF4-FFF2-40B4-BE49-F238E27FC236}">
                  <a16:creationId xmlns:a16="http://schemas.microsoft.com/office/drawing/2014/main" id="{1A058E5A-2CEE-83A8-84DD-736F47FBF822}"/>
                </a:ext>
              </a:extLst>
            </p:cNvPr>
            <p:cNvCxnSpPr>
              <a:cxnSpLocks/>
            </p:cNvCxnSpPr>
            <p:nvPr/>
          </p:nvCxnSpPr>
          <p:spPr>
            <a:xfrm flipV="1">
              <a:off x="2312273" y="1795482"/>
              <a:ext cx="856766" cy="320420"/>
            </a:xfrm>
            <a:prstGeom prst="line">
              <a:avLst/>
            </a:prstGeom>
            <a:ln w="1905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Straight Connector 56">
              <a:extLst>
                <a:ext uri="{FF2B5EF4-FFF2-40B4-BE49-F238E27FC236}">
                  <a16:creationId xmlns:a16="http://schemas.microsoft.com/office/drawing/2014/main" id="{F152F699-6B62-46EB-CDD1-FD0F82E617BD}"/>
                </a:ext>
              </a:extLst>
            </p:cNvPr>
            <p:cNvCxnSpPr>
              <a:cxnSpLocks/>
              <a:stCxn id="52" idx="2"/>
              <a:endCxn id="38" idx="0"/>
            </p:cNvCxnSpPr>
            <p:nvPr/>
          </p:nvCxnSpPr>
          <p:spPr>
            <a:xfrm flipH="1">
              <a:off x="1880040" y="2698681"/>
              <a:ext cx="588007" cy="46839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Isosceles Triangle 58">
              <a:extLst>
                <a:ext uri="{FF2B5EF4-FFF2-40B4-BE49-F238E27FC236}">
                  <a16:creationId xmlns:a16="http://schemas.microsoft.com/office/drawing/2014/main" id="{A16B253A-BB8F-1C46-994B-7EA751A469D2}"/>
                </a:ext>
              </a:extLst>
            </p:cNvPr>
            <p:cNvSpPr/>
            <p:nvPr/>
          </p:nvSpPr>
          <p:spPr>
            <a:xfrm>
              <a:off x="146798" y="1114178"/>
              <a:ext cx="1538004" cy="660282"/>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200" kern="1200">
                  <a:solidFill>
                    <a:srgbClr val="000000"/>
                  </a:solidFill>
                  <a:effectLst/>
                  <a:ea typeface="DengXian" panose="02010600030101010101" pitchFamily="2" charset="-122"/>
                  <a:cs typeface="Times New Roman" panose="02020603050405020304" pitchFamily="18" charset="0"/>
                </a:rPr>
                <a:t>Main</a:t>
              </a:r>
              <a:endParaRPr lang="en-US" sz="1200" kern="100">
                <a:effectLst/>
                <a:ea typeface="DengXian" panose="02010600030101010101" pitchFamily="2" charset="-122"/>
                <a:cs typeface="Times New Roman" panose="02020603050405020304" pitchFamily="18" charset="0"/>
              </a:endParaRPr>
            </a:p>
          </p:txBody>
        </p:sp>
        <p:cxnSp>
          <p:nvCxnSpPr>
            <p:cNvPr id="61" name="Straight Connector 60">
              <a:extLst>
                <a:ext uri="{FF2B5EF4-FFF2-40B4-BE49-F238E27FC236}">
                  <a16:creationId xmlns:a16="http://schemas.microsoft.com/office/drawing/2014/main" id="{5BFD5EE3-5C39-5B67-4CD0-8F72696454A8}"/>
                </a:ext>
              </a:extLst>
            </p:cNvPr>
            <p:cNvCxnSpPr>
              <a:cxnSpLocks/>
              <a:stCxn id="38" idx="3"/>
              <a:endCxn id="53" idx="0"/>
            </p:cNvCxnSpPr>
            <p:nvPr/>
          </p:nvCxnSpPr>
          <p:spPr>
            <a:xfrm>
              <a:off x="1880039" y="3964619"/>
              <a:ext cx="4859" cy="62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TextBox 7">
              <a:extLst>
                <a:ext uri="{FF2B5EF4-FFF2-40B4-BE49-F238E27FC236}">
                  <a16:creationId xmlns:a16="http://schemas.microsoft.com/office/drawing/2014/main" id="{6640DFA6-2139-AFDC-5A2E-A084FE187D06}"/>
                </a:ext>
              </a:extLst>
            </p:cNvPr>
            <p:cNvSpPr txBox="1"/>
            <p:nvPr/>
          </p:nvSpPr>
          <p:spPr>
            <a:xfrm>
              <a:off x="2992853" y="1828589"/>
              <a:ext cx="650875" cy="562326"/>
            </a:xfrm>
            <a:prstGeom prst="rect">
              <a:avLst/>
            </a:prstGeom>
            <a:noFill/>
          </p:spPr>
          <p:txBody>
            <a:bodyPr wrap="square" rtlCol="0">
              <a:spAutoFit/>
            </a:bodyPr>
            <a:lstStyle/>
            <a:p>
              <a:pPr marL="0" marR="0">
                <a:lnSpc>
                  <a:spcPct val="115000"/>
                </a:lnSpc>
                <a:spcAft>
                  <a:spcPts val="800"/>
                </a:spcAft>
              </a:pPr>
              <a: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Equity</a:t>
              </a:r>
              <a:b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br>
              <a:r>
                <a:rPr lang="en-US" sz="900" dirty="0">
                  <a:solidFill>
                    <a:srgbClr val="000000"/>
                  </a:solidFill>
                  <a:latin typeface="Aptos" panose="020B0004020202020204" pitchFamily="34" charset="0"/>
                  <a:ea typeface="DengXian" panose="02010600030101010101" pitchFamily="2" charset="-122"/>
                  <a:cs typeface="Times New Roman" panose="02020603050405020304" pitchFamily="18" charset="0"/>
                </a:rPr>
                <a:t>(Low-vote)</a:t>
              </a:r>
              <a:endParaRPr lang="en-US"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grpSp>
      <p:cxnSp>
        <p:nvCxnSpPr>
          <p:cNvPr id="68" name="Straight Connector 67">
            <a:extLst>
              <a:ext uri="{FF2B5EF4-FFF2-40B4-BE49-F238E27FC236}">
                <a16:creationId xmlns:a16="http://schemas.microsoft.com/office/drawing/2014/main" id="{461E23C5-9C0A-464E-D2D0-8B5ED1AC61F7}"/>
              </a:ext>
            </a:extLst>
          </p:cNvPr>
          <p:cNvCxnSpPr>
            <a:cxnSpLocks/>
            <a:stCxn id="59" idx="0"/>
          </p:cNvCxnSpPr>
          <p:nvPr/>
        </p:nvCxnSpPr>
        <p:spPr>
          <a:xfrm flipV="1">
            <a:off x="4190966" y="2060750"/>
            <a:ext cx="1158380" cy="315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747F8C4-137D-6F80-8D28-88031439D01A}"/>
              </a:ext>
            </a:extLst>
          </p:cNvPr>
          <p:cNvCxnSpPr>
            <a:cxnSpLocks/>
            <a:stCxn id="50" idx="0"/>
          </p:cNvCxnSpPr>
          <p:nvPr/>
        </p:nvCxnSpPr>
        <p:spPr>
          <a:xfrm flipH="1" flipV="1">
            <a:off x="5349346" y="2060750"/>
            <a:ext cx="1295068" cy="206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947D5FA-A775-DB9D-8245-C747BB2144DF}"/>
              </a:ext>
            </a:extLst>
          </p:cNvPr>
          <p:cNvCxnSpPr>
            <a:cxnSpLocks/>
          </p:cNvCxnSpPr>
          <p:nvPr/>
        </p:nvCxnSpPr>
        <p:spPr>
          <a:xfrm flipH="1" flipV="1">
            <a:off x="5388040" y="2069795"/>
            <a:ext cx="197372" cy="13301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TextBox 7">
            <a:extLst>
              <a:ext uri="{FF2B5EF4-FFF2-40B4-BE49-F238E27FC236}">
                <a16:creationId xmlns:a16="http://schemas.microsoft.com/office/drawing/2014/main" id="{F5BA9680-25CD-BAA2-CC3B-4B1C9A85E974}"/>
              </a:ext>
            </a:extLst>
          </p:cNvPr>
          <p:cNvSpPr txBox="1"/>
          <p:nvPr/>
        </p:nvSpPr>
        <p:spPr>
          <a:xfrm>
            <a:off x="5447141" y="2366814"/>
            <a:ext cx="650814" cy="562270"/>
          </a:xfrm>
          <a:prstGeom prst="rect">
            <a:avLst/>
          </a:prstGeom>
          <a:noFill/>
        </p:spPr>
        <p:txBody>
          <a:bodyPr wrap="square" rtlCol="0">
            <a:spAutoFit/>
          </a:bodyPr>
          <a:lstStyle/>
          <a:p>
            <a:pPr marL="0" marR="0">
              <a:lnSpc>
                <a:spcPct val="115000"/>
              </a:lnSpc>
              <a:spcAft>
                <a:spcPts val="800"/>
              </a:spcAft>
            </a:pPr>
            <a: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Equity</a:t>
            </a:r>
            <a:b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br>
            <a:r>
              <a:rPr lang="en-US" sz="900" dirty="0">
                <a:solidFill>
                  <a:srgbClr val="000000"/>
                </a:solidFill>
                <a:latin typeface="Aptos" panose="020B0004020202020204" pitchFamily="34" charset="0"/>
                <a:ea typeface="DengXian" panose="02010600030101010101" pitchFamily="2" charset="-122"/>
                <a:cs typeface="Times New Roman" panose="02020603050405020304" pitchFamily="18" charset="0"/>
              </a:rPr>
              <a:t>(High-vote)</a:t>
            </a:r>
            <a:endParaRPr lang="en-US"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85" name="Isosceles Triangle 84">
            <a:extLst>
              <a:ext uri="{FF2B5EF4-FFF2-40B4-BE49-F238E27FC236}">
                <a16:creationId xmlns:a16="http://schemas.microsoft.com/office/drawing/2014/main" id="{173A5737-9416-97DC-D4DC-E19467CECE1A}"/>
              </a:ext>
            </a:extLst>
          </p:cNvPr>
          <p:cNvSpPr/>
          <p:nvPr/>
        </p:nvSpPr>
        <p:spPr>
          <a:xfrm>
            <a:off x="4951246" y="1690411"/>
            <a:ext cx="671655" cy="379384"/>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900" kern="1200" dirty="0">
                <a:solidFill>
                  <a:srgbClr val="000000"/>
                </a:solidFill>
                <a:effectLst/>
                <a:ea typeface="DengXian" panose="02010600030101010101" pitchFamily="2" charset="-122"/>
                <a:cs typeface="Times New Roman" panose="02020603050405020304" pitchFamily="18" charset="0"/>
              </a:rPr>
              <a:t>GP</a:t>
            </a:r>
            <a:br>
              <a:rPr lang="en-US" sz="900" kern="100" dirty="0">
                <a:solidFill>
                  <a:srgbClr val="000000"/>
                </a:solidFill>
                <a:ea typeface="DengXian" panose="02010600030101010101" pitchFamily="2" charset="-122"/>
                <a:cs typeface="Times New Roman" panose="02020603050405020304" pitchFamily="18" charset="0"/>
              </a:rPr>
            </a:br>
            <a:endParaRPr lang="en-US" sz="900" kern="1200" dirty="0">
              <a:solidFill>
                <a:srgbClr val="000000"/>
              </a:solidFill>
              <a:effectLst/>
              <a:ea typeface="DengXian" panose="02010600030101010101" pitchFamily="2" charset="-122"/>
              <a:cs typeface="Times New Roman" panose="02020603050405020304" pitchFamily="18" charset="0"/>
            </a:endParaRPr>
          </a:p>
        </p:txBody>
      </p:sp>
      <p:sp>
        <p:nvSpPr>
          <p:cNvPr id="19" name="Title 1">
            <a:extLst>
              <a:ext uri="{FF2B5EF4-FFF2-40B4-BE49-F238E27FC236}">
                <a16:creationId xmlns:a16="http://schemas.microsoft.com/office/drawing/2014/main" id="{D3C51EDE-2803-F600-2B3C-04AA9AD1E697}"/>
              </a:ext>
            </a:extLst>
          </p:cNvPr>
          <p:cNvSpPr txBox="1">
            <a:spLocks/>
          </p:cNvSpPr>
          <p:nvPr/>
        </p:nvSpPr>
        <p:spPr>
          <a:xfrm>
            <a:off x="527136" y="511124"/>
            <a:ext cx="7325881" cy="5030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Post-TCJA structure: leveraged blocker</a:t>
            </a:r>
            <a:endParaRPr lang="en-US" sz="2400" dirty="0"/>
          </a:p>
        </p:txBody>
      </p:sp>
      <p:sp>
        <p:nvSpPr>
          <p:cNvPr id="5" name="Slide Number Placeholder 4">
            <a:extLst>
              <a:ext uri="{FF2B5EF4-FFF2-40B4-BE49-F238E27FC236}">
                <a16:creationId xmlns:a16="http://schemas.microsoft.com/office/drawing/2014/main" id="{CB49C710-0491-3908-786C-D8B6046DCD23}"/>
              </a:ext>
            </a:extLst>
          </p:cNvPr>
          <p:cNvSpPr>
            <a:spLocks noGrp="1"/>
          </p:cNvSpPr>
          <p:nvPr>
            <p:ph type="sldNum" sz="quarter" idx="12"/>
          </p:nvPr>
        </p:nvSpPr>
        <p:spPr/>
        <p:txBody>
          <a:bodyPr/>
          <a:lstStyle/>
          <a:p>
            <a:fld id="{ADDA9D34-D8EF-4237-948B-BB7FF2FABC7B}" type="slidenum">
              <a:rPr lang="en-US" smtClean="0"/>
              <a:t>4</a:t>
            </a:fld>
            <a:endParaRPr lang="en-US"/>
          </a:p>
        </p:txBody>
      </p:sp>
      <p:cxnSp>
        <p:nvCxnSpPr>
          <p:cNvPr id="10" name="Straight Connector 9">
            <a:extLst>
              <a:ext uri="{FF2B5EF4-FFF2-40B4-BE49-F238E27FC236}">
                <a16:creationId xmlns:a16="http://schemas.microsoft.com/office/drawing/2014/main" id="{268991ED-096C-B99B-A965-7AD75355AEBC}"/>
              </a:ext>
            </a:extLst>
          </p:cNvPr>
          <p:cNvCxnSpPr>
            <a:cxnSpLocks/>
            <a:stCxn id="38" idx="0"/>
          </p:cNvCxnSpPr>
          <p:nvPr/>
        </p:nvCxnSpPr>
        <p:spPr>
          <a:xfrm flipV="1">
            <a:off x="5155114" y="2058357"/>
            <a:ext cx="157039" cy="2370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36779-2356-C4B0-3660-28606451DCF3}"/>
              </a:ext>
            </a:extLst>
          </p:cNvPr>
          <p:cNvCxnSpPr>
            <a:cxnSpLocks/>
            <a:stCxn id="38" idx="0"/>
            <a:endCxn id="59" idx="3"/>
          </p:cNvCxnSpPr>
          <p:nvPr/>
        </p:nvCxnSpPr>
        <p:spPr>
          <a:xfrm flipH="1" flipV="1">
            <a:off x="4190966" y="3036571"/>
            <a:ext cx="964148" cy="13924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8D0A616-A4F1-9DBA-CDCA-BB4A634107C9}"/>
              </a:ext>
            </a:extLst>
          </p:cNvPr>
          <p:cNvSpPr/>
          <p:nvPr/>
        </p:nvSpPr>
        <p:spPr>
          <a:xfrm>
            <a:off x="5974351" y="5312721"/>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CD1BFF8-94A3-9509-0E81-B6239A0C733C}"/>
              </a:ext>
            </a:extLst>
          </p:cNvPr>
          <p:cNvCxnSpPr>
            <a:cxnSpLocks/>
          </p:cNvCxnSpPr>
          <p:nvPr/>
        </p:nvCxnSpPr>
        <p:spPr>
          <a:xfrm flipV="1">
            <a:off x="6283245" y="5285051"/>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9150856-D692-A761-5C3D-FB30F592580E}"/>
              </a:ext>
            </a:extLst>
          </p:cNvPr>
          <p:cNvSpPr txBox="1"/>
          <p:nvPr/>
        </p:nvSpPr>
        <p:spPr>
          <a:xfrm>
            <a:off x="6252736" y="5425256"/>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26" name="Oval 25">
            <a:extLst>
              <a:ext uri="{FF2B5EF4-FFF2-40B4-BE49-F238E27FC236}">
                <a16:creationId xmlns:a16="http://schemas.microsoft.com/office/drawing/2014/main" id="{37466202-23D4-C6BE-B404-209DD442CDCD}"/>
              </a:ext>
            </a:extLst>
          </p:cNvPr>
          <p:cNvSpPr/>
          <p:nvPr/>
        </p:nvSpPr>
        <p:spPr>
          <a:xfrm>
            <a:off x="5940567" y="4132581"/>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3E989CF4-0144-4991-63B3-F99B2A3FB4B2}"/>
              </a:ext>
            </a:extLst>
          </p:cNvPr>
          <p:cNvCxnSpPr>
            <a:cxnSpLocks/>
          </p:cNvCxnSpPr>
          <p:nvPr/>
        </p:nvCxnSpPr>
        <p:spPr>
          <a:xfrm flipV="1">
            <a:off x="6249461" y="4104911"/>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9DF5F43-27F4-7A7F-0107-01E52DBD6937}"/>
              </a:ext>
            </a:extLst>
          </p:cNvPr>
          <p:cNvSpPr txBox="1"/>
          <p:nvPr/>
        </p:nvSpPr>
        <p:spPr>
          <a:xfrm>
            <a:off x="6218952" y="4245116"/>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30" name="TextBox 29">
            <a:extLst>
              <a:ext uri="{FF2B5EF4-FFF2-40B4-BE49-F238E27FC236}">
                <a16:creationId xmlns:a16="http://schemas.microsoft.com/office/drawing/2014/main" id="{5AA384AD-6227-9766-1F8B-ED7AB5D8E595}"/>
              </a:ext>
            </a:extLst>
          </p:cNvPr>
          <p:cNvSpPr txBox="1"/>
          <p:nvPr/>
        </p:nvSpPr>
        <p:spPr>
          <a:xfrm>
            <a:off x="7069716" y="3204920"/>
            <a:ext cx="1372640" cy="276999"/>
          </a:xfrm>
          <a:prstGeom prst="rect">
            <a:avLst/>
          </a:prstGeom>
          <a:noFill/>
        </p:spPr>
        <p:txBody>
          <a:bodyPr wrap="square" rtlCol="0">
            <a:spAutoFit/>
          </a:bodyPr>
          <a:lstStyle/>
          <a:p>
            <a:r>
              <a:rPr lang="en-US" sz="1200" dirty="0">
                <a:solidFill>
                  <a:srgbClr val="00B050"/>
                </a:solidFill>
              </a:rPr>
              <a:t>Interest Income</a:t>
            </a:r>
          </a:p>
        </p:txBody>
      </p:sp>
      <p:cxnSp>
        <p:nvCxnSpPr>
          <p:cNvPr id="33" name="Straight Arrow Connector 32">
            <a:extLst>
              <a:ext uri="{FF2B5EF4-FFF2-40B4-BE49-F238E27FC236}">
                <a16:creationId xmlns:a16="http://schemas.microsoft.com/office/drawing/2014/main" id="{DA716A60-9283-3ED7-6C11-CE589F53A9C1}"/>
              </a:ext>
            </a:extLst>
          </p:cNvPr>
          <p:cNvCxnSpPr>
            <a:cxnSpLocks/>
          </p:cNvCxnSpPr>
          <p:nvPr/>
        </p:nvCxnSpPr>
        <p:spPr>
          <a:xfrm flipV="1">
            <a:off x="6834377" y="3161502"/>
            <a:ext cx="388722" cy="27719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95448297-EA41-07EE-9B1C-6D8080C1433C}"/>
              </a:ext>
            </a:extLst>
          </p:cNvPr>
          <p:cNvSpPr txBox="1"/>
          <p:nvPr/>
        </p:nvSpPr>
        <p:spPr>
          <a:xfrm>
            <a:off x="8836762" y="907085"/>
            <a:ext cx="2682473" cy="3416320"/>
          </a:xfrm>
          <a:prstGeom prst="rect">
            <a:avLst/>
          </a:prstGeom>
          <a:noFill/>
        </p:spPr>
        <p:txBody>
          <a:bodyPr wrap="square" rtlCol="0">
            <a:spAutoFit/>
          </a:bodyPr>
          <a:lstStyle/>
          <a:p>
            <a:r>
              <a:rPr lang="en-US" dirty="0"/>
              <a:t>Key motivation for the change in structures was the corporate tax rate cut from 35% to 21%.  Using a “blocker” to convert business income into investment income was more worthwhile because of the decrease in the tax cost of using an entity subject to corporate tax.</a:t>
            </a:r>
          </a:p>
        </p:txBody>
      </p:sp>
    </p:spTree>
    <p:extLst>
      <p:ext uri="{BB962C8B-B14F-4D97-AF65-F5344CB8AC3E}">
        <p14:creationId xmlns:p14="http://schemas.microsoft.com/office/powerpoint/2010/main" val="366591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78B5-EED9-0032-0DA0-AB8A986B62D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8AE9D6C-F9A4-86CF-DC66-5E3ACBD3A3B8}"/>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IRS Data</a:t>
            </a:r>
            <a:endParaRPr lang="en-US" sz="2400" dirty="0"/>
          </a:p>
        </p:txBody>
      </p:sp>
      <p:sp>
        <p:nvSpPr>
          <p:cNvPr id="80" name="Slide Number Placeholder 79">
            <a:extLst>
              <a:ext uri="{FF2B5EF4-FFF2-40B4-BE49-F238E27FC236}">
                <a16:creationId xmlns:a16="http://schemas.microsoft.com/office/drawing/2014/main" id="{C55F4CFE-3C83-563D-1F5D-1D1C141CAC19}"/>
              </a:ext>
            </a:extLst>
          </p:cNvPr>
          <p:cNvSpPr>
            <a:spLocks noGrp="1"/>
          </p:cNvSpPr>
          <p:nvPr>
            <p:ph type="sldNum" sz="quarter" idx="12"/>
          </p:nvPr>
        </p:nvSpPr>
        <p:spPr/>
        <p:txBody>
          <a:bodyPr/>
          <a:lstStyle/>
          <a:p>
            <a:fld id="{ADDA9D34-D8EF-4237-948B-BB7FF2FABC7B}" type="slidenum">
              <a:rPr lang="en-US" smtClean="0"/>
              <a:t>5</a:t>
            </a:fld>
            <a:endParaRPr lang="en-US"/>
          </a:p>
        </p:txBody>
      </p:sp>
      <p:sp>
        <p:nvSpPr>
          <p:cNvPr id="12" name="TextBox 11">
            <a:extLst>
              <a:ext uri="{FF2B5EF4-FFF2-40B4-BE49-F238E27FC236}">
                <a16:creationId xmlns:a16="http://schemas.microsoft.com/office/drawing/2014/main" id="{A041839D-2D6D-57C5-7E63-DFBF6316E73E}"/>
              </a:ext>
            </a:extLst>
          </p:cNvPr>
          <p:cNvSpPr txBox="1"/>
          <p:nvPr/>
        </p:nvSpPr>
        <p:spPr>
          <a:xfrm>
            <a:off x="534010" y="950976"/>
            <a:ext cx="11106447" cy="5355312"/>
          </a:xfrm>
          <a:prstGeom prst="rect">
            <a:avLst/>
          </a:prstGeom>
          <a:noFill/>
        </p:spPr>
        <p:txBody>
          <a:bodyPr wrap="square" rtlCol="0">
            <a:spAutoFit/>
          </a:bodyPr>
          <a:lstStyle/>
          <a:p>
            <a:r>
              <a:rPr lang="en-US" dirty="0"/>
              <a:t>IRS publishes data on U.S. source income to foreign recipients.</a:t>
            </a:r>
          </a:p>
          <a:p>
            <a:endParaRPr lang="en-US" dirty="0"/>
          </a:p>
          <a:p>
            <a:r>
              <a:rPr lang="en-US" dirty="0"/>
              <a:t>Entity data – rows below classify income based on recipient type (individual, corporation, partnership, foreign government, etc.)</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4DC91D50-EF34-70B0-B370-CBD346454943}"/>
              </a:ext>
            </a:extLst>
          </p:cNvPr>
          <p:cNvPicPr>
            <a:picLocks noChangeAspect="1"/>
          </p:cNvPicPr>
          <p:nvPr/>
        </p:nvPicPr>
        <p:blipFill>
          <a:blip r:embed="rId3"/>
          <a:stretch>
            <a:fillRect/>
          </a:stretch>
        </p:blipFill>
        <p:spPr>
          <a:xfrm>
            <a:off x="1301135" y="2203053"/>
            <a:ext cx="8766629" cy="4250647"/>
          </a:xfrm>
          <a:prstGeom prst="rect">
            <a:avLst/>
          </a:prstGeom>
        </p:spPr>
      </p:pic>
    </p:spTree>
    <p:extLst>
      <p:ext uri="{BB962C8B-B14F-4D97-AF65-F5344CB8AC3E}">
        <p14:creationId xmlns:p14="http://schemas.microsoft.com/office/powerpoint/2010/main" val="128399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A158-DCA9-D70E-78C6-3D47B6933D62}"/>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288A116-8D52-792F-3BA1-F1CAA04346A0}"/>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IRS Data</a:t>
            </a:r>
            <a:endParaRPr lang="en-US" sz="2400" dirty="0"/>
          </a:p>
        </p:txBody>
      </p:sp>
      <p:sp>
        <p:nvSpPr>
          <p:cNvPr id="80" name="Slide Number Placeholder 79">
            <a:extLst>
              <a:ext uri="{FF2B5EF4-FFF2-40B4-BE49-F238E27FC236}">
                <a16:creationId xmlns:a16="http://schemas.microsoft.com/office/drawing/2014/main" id="{E1FDBEC4-6B2E-198B-AFE3-CE99325292AE}"/>
              </a:ext>
            </a:extLst>
          </p:cNvPr>
          <p:cNvSpPr>
            <a:spLocks noGrp="1"/>
          </p:cNvSpPr>
          <p:nvPr>
            <p:ph type="sldNum" sz="quarter" idx="12"/>
          </p:nvPr>
        </p:nvSpPr>
        <p:spPr/>
        <p:txBody>
          <a:bodyPr/>
          <a:lstStyle/>
          <a:p>
            <a:fld id="{ADDA9D34-D8EF-4237-948B-BB7FF2FABC7B}" type="slidenum">
              <a:rPr lang="en-US" smtClean="0"/>
              <a:t>6</a:t>
            </a:fld>
            <a:endParaRPr lang="en-US"/>
          </a:p>
        </p:txBody>
      </p:sp>
      <p:sp>
        <p:nvSpPr>
          <p:cNvPr id="12" name="TextBox 11">
            <a:extLst>
              <a:ext uri="{FF2B5EF4-FFF2-40B4-BE49-F238E27FC236}">
                <a16:creationId xmlns:a16="http://schemas.microsoft.com/office/drawing/2014/main" id="{4B2E2F32-3218-08F7-CED9-AEC9A345888D}"/>
              </a:ext>
            </a:extLst>
          </p:cNvPr>
          <p:cNvSpPr txBox="1"/>
          <p:nvPr/>
        </p:nvSpPr>
        <p:spPr>
          <a:xfrm>
            <a:off x="534010" y="950976"/>
            <a:ext cx="11106447" cy="4524315"/>
          </a:xfrm>
          <a:prstGeom prst="rect">
            <a:avLst/>
          </a:prstGeom>
          <a:noFill/>
        </p:spPr>
        <p:txBody>
          <a:bodyPr wrap="square" rtlCol="0">
            <a:spAutoFit/>
          </a:bodyPr>
          <a:lstStyle/>
          <a:p>
            <a:r>
              <a:rPr lang="en-US" dirty="0"/>
              <a:t>Country data – latter rows are classified based on country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1804BBDA-158B-30D1-4303-03496E467F7A}"/>
              </a:ext>
            </a:extLst>
          </p:cNvPr>
          <p:cNvPicPr>
            <a:picLocks noChangeAspect="1"/>
          </p:cNvPicPr>
          <p:nvPr/>
        </p:nvPicPr>
        <p:blipFill>
          <a:blip r:embed="rId3"/>
          <a:stretch>
            <a:fillRect/>
          </a:stretch>
        </p:blipFill>
        <p:spPr>
          <a:xfrm>
            <a:off x="1450879" y="1382709"/>
            <a:ext cx="8607521" cy="5075559"/>
          </a:xfrm>
          <a:prstGeom prst="rect">
            <a:avLst/>
          </a:prstGeom>
        </p:spPr>
      </p:pic>
    </p:spTree>
    <p:extLst>
      <p:ext uri="{BB962C8B-B14F-4D97-AF65-F5344CB8AC3E}">
        <p14:creationId xmlns:p14="http://schemas.microsoft.com/office/powerpoint/2010/main" val="56918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BBC65-00D0-E70F-14CD-32ACEBD5223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1732126-19C2-8FBA-639A-F62A934B81E9}"/>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3.  Hypotheses</a:t>
            </a:r>
            <a:endParaRPr lang="en-US" sz="2400" dirty="0"/>
          </a:p>
        </p:txBody>
      </p:sp>
      <p:sp>
        <p:nvSpPr>
          <p:cNvPr id="80" name="Slide Number Placeholder 79">
            <a:extLst>
              <a:ext uri="{FF2B5EF4-FFF2-40B4-BE49-F238E27FC236}">
                <a16:creationId xmlns:a16="http://schemas.microsoft.com/office/drawing/2014/main" id="{99F68B28-29D0-FB1D-F84F-B25E115F52EF}"/>
              </a:ext>
            </a:extLst>
          </p:cNvPr>
          <p:cNvSpPr>
            <a:spLocks noGrp="1"/>
          </p:cNvSpPr>
          <p:nvPr>
            <p:ph type="sldNum" sz="quarter" idx="12"/>
          </p:nvPr>
        </p:nvSpPr>
        <p:spPr/>
        <p:txBody>
          <a:bodyPr/>
          <a:lstStyle/>
          <a:p>
            <a:fld id="{ADDA9D34-D8EF-4237-948B-BB7FF2FABC7B}" type="slidenum">
              <a:rPr lang="en-US" smtClean="0"/>
              <a:t>7</a:t>
            </a:fld>
            <a:endParaRPr lang="en-US"/>
          </a:p>
        </p:txBody>
      </p:sp>
      <p:sp>
        <p:nvSpPr>
          <p:cNvPr id="12" name="TextBox 11">
            <a:extLst>
              <a:ext uri="{FF2B5EF4-FFF2-40B4-BE49-F238E27FC236}">
                <a16:creationId xmlns:a16="http://schemas.microsoft.com/office/drawing/2014/main" id="{02E0212F-A6FF-6009-039C-C50DDB5A71C8}"/>
              </a:ext>
            </a:extLst>
          </p:cNvPr>
          <p:cNvSpPr txBox="1"/>
          <p:nvPr/>
        </p:nvSpPr>
        <p:spPr>
          <a:xfrm>
            <a:off x="621792" y="1089965"/>
            <a:ext cx="10672877" cy="5078313"/>
          </a:xfrm>
          <a:prstGeom prst="rect">
            <a:avLst/>
          </a:prstGeom>
          <a:noFill/>
        </p:spPr>
        <p:txBody>
          <a:bodyPr wrap="square" rtlCol="0">
            <a:spAutoFit/>
          </a:bodyPr>
          <a:lstStyle/>
          <a:p>
            <a:pPr marL="342900" indent="-342900">
              <a:buFont typeface="+mj-lt"/>
              <a:buAutoNum type="arabicPeriod"/>
            </a:pPr>
            <a:r>
              <a:rPr lang="en-US" b="1" dirty="0"/>
              <a:t>Interest income</a:t>
            </a:r>
          </a:p>
          <a:p>
            <a:endParaRPr lang="en-US" b="1" dirty="0"/>
          </a:p>
          <a:p>
            <a:r>
              <a:rPr lang="en-US" dirty="0"/>
              <a:t>Pre-TCJA, interest income was paid to Cayman entity treated as a corporation for U.S. tax purposes.  Post-TCJA, interest income would be paid to a U.S. corporation.  </a:t>
            </a:r>
          </a:p>
          <a:p>
            <a:pPr marL="285750" indent="-285750">
              <a:buFont typeface="Arial" panose="020B0604020202020204" pitchFamily="34" charset="0"/>
              <a:buChar char="•"/>
            </a:pPr>
            <a:r>
              <a:rPr lang="en-US" dirty="0"/>
              <a:t>Hypothesis: Interest income paid to foreign corporations would go down after TCJA.</a:t>
            </a:r>
          </a:p>
          <a:p>
            <a:pPr marL="285750" indent="-285750">
              <a:buFont typeface="Arial" panose="020B0604020202020204" pitchFamily="34" charset="0"/>
              <a:buChar char="•"/>
            </a:pPr>
            <a:r>
              <a:rPr lang="en-US" dirty="0"/>
              <a:t>Hypothesis: Interest income paid to Cayman corporations would go down after TCJA.</a:t>
            </a:r>
          </a:p>
          <a:p>
            <a:endParaRPr lang="en-US" dirty="0"/>
          </a:p>
          <a:p>
            <a:pPr marL="342900" indent="-342900">
              <a:buAutoNum type="arabicPeriod" startAt="2"/>
            </a:pPr>
            <a:r>
              <a:rPr lang="en-US" b="1" dirty="0"/>
              <a:t>Forms 1042-S</a:t>
            </a:r>
          </a:p>
          <a:p>
            <a:endParaRPr lang="en-US" b="1" dirty="0"/>
          </a:p>
          <a:p>
            <a:r>
              <a:rPr lang="en-US" dirty="0"/>
              <a:t>Pre-TCJA, Forms 1042-S would be filed for each borrower paying interest through the fund to the Cayman corporate feeder.  Post-TCJA, Forms 1042-S would be filed by U.S. leveraged blocker to each investor in the Cayman partnership feeder.</a:t>
            </a:r>
          </a:p>
          <a:p>
            <a:pPr marL="342900" indent="-342900">
              <a:buFont typeface="Arial" panose="020B0604020202020204" pitchFamily="34" charset="0"/>
              <a:buChar char="•"/>
            </a:pPr>
            <a:r>
              <a:rPr lang="en-US" dirty="0"/>
              <a:t>Hypothesis:  If loan size is smaller than investor commitment size, that is, if number of borrowers are more than number of investors, number of forms 1042-S to Cayman entities would decrease after TJCA.</a:t>
            </a:r>
          </a:p>
          <a:p>
            <a:endParaRPr lang="en-US" dirty="0"/>
          </a:p>
          <a:p>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59203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5A60-0D1C-F624-ED05-B5164AFE411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2C58E72-9E93-BB05-FFED-5E41B4B52552}"/>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Interest Income Results</a:t>
            </a:r>
            <a:endParaRPr lang="en-US" sz="2400" dirty="0"/>
          </a:p>
        </p:txBody>
      </p:sp>
      <p:sp>
        <p:nvSpPr>
          <p:cNvPr id="80" name="Slide Number Placeholder 79">
            <a:extLst>
              <a:ext uri="{FF2B5EF4-FFF2-40B4-BE49-F238E27FC236}">
                <a16:creationId xmlns:a16="http://schemas.microsoft.com/office/drawing/2014/main" id="{A397460E-7006-6D68-F5A3-C901F4AE3764}"/>
              </a:ext>
            </a:extLst>
          </p:cNvPr>
          <p:cNvSpPr>
            <a:spLocks noGrp="1"/>
          </p:cNvSpPr>
          <p:nvPr>
            <p:ph type="sldNum" sz="quarter" idx="12"/>
          </p:nvPr>
        </p:nvSpPr>
        <p:spPr/>
        <p:txBody>
          <a:bodyPr/>
          <a:lstStyle/>
          <a:p>
            <a:fld id="{ADDA9D34-D8EF-4237-948B-BB7FF2FABC7B}" type="slidenum">
              <a:rPr lang="en-US" smtClean="0"/>
              <a:t>8</a:t>
            </a:fld>
            <a:endParaRPr lang="en-US"/>
          </a:p>
        </p:txBody>
      </p:sp>
      <p:sp>
        <p:nvSpPr>
          <p:cNvPr id="12" name="TextBox 11">
            <a:extLst>
              <a:ext uri="{FF2B5EF4-FFF2-40B4-BE49-F238E27FC236}">
                <a16:creationId xmlns:a16="http://schemas.microsoft.com/office/drawing/2014/main" id="{8D4462E5-1141-3371-2AA8-4624530B65A7}"/>
              </a:ext>
            </a:extLst>
          </p:cNvPr>
          <p:cNvSpPr txBox="1"/>
          <p:nvPr/>
        </p:nvSpPr>
        <p:spPr>
          <a:xfrm>
            <a:off x="534010" y="950977"/>
            <a:ext cx="10592409" cy="1754326"/>
          </a:xfrm>
          <a:prstGeom prst="rect">
            <a:avLst/>
          </a:prstGeom>
          <a:noFill/>
        </p:spPr>
        <p:txBody>
          <a:bodyPr wrap="square" rtlCol="0">
            <a:spAutoFit/>
          </a:bodyPr>
          <a:lstStyle/>
          <a:p>
            <a:r>
              <a:rPr lang="en-US" dirty="0"/>
              <a:t>Using entity data, share of interest paid to foreign corporations decreased dramatically after TCJA, decreased </a:t>
            </a:r>
            <a:r>
              <a:rPr lang="en-US" i="1" dirty="0"/>
              <a:t>by seven times </a:t>
            </a:r>
            <a:r>
              <a:rPr lang="en-US" dirty="0"/>
              <a:t>with statistical </a:t>
            </a:r>
            <a:r>
              <a:rPr lang="en-US"/>
              <a:t>significance.</a:t>
            </a:r>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675BB15C-7F8F-AEF6-9F96-2AEB616C8E71}"/>
              </a:ext>
            </a:extLst>
          </p:cNvPr>
          <p:cNvPicPr>
            <a:picLocks noChangeAspect="1"/>
          </p:cNvPicPr>
          <p:nvPr/>
        </p:nvPicPr>
        <p:blipFill>
          <a:blip r:embed="rId3"/>
          <a:stretch>
            <a:fillRect/>
          </a:stretch>
        </p:blipFill>
        <p:spPr>
          <a:xfrm>
            <a:off x="2797156" y="1685243"/>
            <a:ext cx="6858121" cy="4984737"/>
          </a:xfrm>
          <a:prstGeom prst="rect">
            <a:avLst/>
          </a:prstGeom>
        </p:spPr>
      </p:pic>
    </p:spTree>
    <p:extLst>
      <p:ext uri="{BB962C8B-B14F-4D97-AF65-F5344CB8AC3E}">
        <p14:creationId xmlns:p14="http://schemas.microsoft.com/office/powerpoint/2010/main" val="1593156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5DBE-025B-6776-FE3E-6FF5A25206C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DD13034F-19A0-95B4-FCBC-ED0D74500C74}"/>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Interest Income Results</a:t>
            </a:r>
            <a:endParaRPr lang="en-US" sz="2400" dirty="0"/>
          </a:p>
        </p:txBody>
      </p:sp>
      <p:sp>
        <p:nvSpPr>
          <p:cNvPr id="80" name="Slide Number Placeholder 79">
            <a:extLst>
              <a:ext uri="{FF2B5EF4-FFF2-40B4-BE49-F238E27FC236}">
                <a16:creationId xmlns:a16="http://schemas.microsoft.com/office/drawing/2014/main" id="{88F24701-6DAF-1047-33ED-43E65D6F31C9}"/>
              </a:ext>
            </a:extLst>
          </p:cNvPr>
          <p:cNvSpPr>
            <a:spLocks noGrp="1"/>
          </p:cNvSpPr>
          <p:nvPr>
            <p:ph type="sldNum" sz="quarter" idx="12"/>
          </p:nvPr>
        </p:nvSpPr>
        <p:spPr/>
        <p:txBody>
          <a:bodyPr/>
          <a:lstStyle/>
          <a:p>
            <a:fld id="{ADDA9D34-D8EF-4237-948B-BB7FF2FABC7B}" type="slidenum">
              <a:rPr lang="en-US" smtClean="0"/>
              <a:t>9</a:t>
            </a:fld>
            <a:endParaRPr lang="en-US"/>
          </a:p>
        </p:txBody>
      </p:sp>
      <p:sp>
        <p:nvSpPr>
          <p:cNvPr id="12" name="TextBox 11">
            <a:extLst>
              <a:ext uri="{FF2B5EF4-FFF2-40B4-BE49-F238E27FC236}">
                <a16:creationId xmlns:a16="http://schemas.microsoft.com/office/drawing/2014/main" id="{28A6A9A0-1B47-51A4-C62B-18104A3DB8E5}"/>
              </a:ext>
            </a:extLst>
          </p:cNvPr>
          <p:cNvSpPr txBox="1"/>
          <p:nvPr/>
        </p:nvSpPr>
        <p:spPr>
          <a:xfrm>
            <a:off x="534009" y="950979"/>
            <a:ext cx="10885017" cy="2031325"/>
          </a:xfrm>
          <a:prstGeom prst="rect">
            <a:avLst/>
          </a:prstGeom>
          <a:noFill/>
        </p:spPr>
        <p:txBody>
          <a:bodyPr wrap="square" rtlCol="0">
            <a:spAutoFit/>
          </a:bodyPr>
          <a:lstStyle/>
          <a:p>
            <a:r>
              <a:rPr lang="en-US" dirty="0"/>
              <a:t>However, statistical significance disappeared when the control changed from “total U.S. source income” to “</a:t>
            </a:r>
            <a:r>
              <a:rPr lang="en-US" i="1" dirty="0"/>
              <a:t>log </a:t>
            </a:r>
            <a:r>
              <a:rPr lang="en-US" dirty="0"/>
              <a:t>(total U.S. source income)” </a:t>
            </a:r>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CF337DE9-AD2D-5DF4-3AC5-A586B33F116B}"/>
              </a:ext>
            </a:extLst>
          </p:cNvPr>
          <p:cNvPicPr>
            <a:picLocks noChangeAspect="1"/>
          </p:cNvPicPr>
          <p:nvPr/>
        </p:nvPicPr>
        <p:blipFill>
          <a:blip r:embed="rId3"/>
          <a:stretch>
            <a:fillRect/>
          </a:stretch>
        </p:blipFill>
        <p:spPr>
          <a:xfrm>
            <a:off x="2097749" y="1590609"/>
            <a:ext cx="6737204" cy="4570175"/>
          </a:xfrm>
          <a:prstGeom prst="rect">
            <a:avLst/>
          </a:prstGeom>
        </p:spPr>
      </p:pic>
    </p:spTree>
    <p:extLst>
      <p:ext uri="{BB962C8B-B14F-4D97-AF65-F5344CB8AC3E}">
        <p14:creationId xmlns:p14="http://schemas.microsoft.com/office/powerpoint/2010/main" val="395542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1BD2-690E-2D52-B432-F2E6E9A0347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CC56B99-DE10-77CD-CFB2-F35D025173B6}"/>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Interest Income Results</a:t>
            </a:r>
            <a:endParaRPr lang="en-US" sz="2400" dirty="0"/>
          </a:p>
        </p:txBody>
      </p:sp>
      <p:sp>
        <p:nvSpPr>
          <p:cNvPr id="80" name="Slide Number Placeholder 79">
            <a:extLst>
              <a:ext uri="{FF2B5EF4-FFF2-40B4-BE49-F238E27FC236}">
                <a16:creationId xmlns:a16="http://schemas.microsoft.com/office/drawing/2014/main" id="{E18FCA88-79E4-448D-B5FE-9879F559B92A}"/>
              </a:ext>
            </a:extLst>
          </p:cNvPr>
          <p:cNvSpPr>
            <a:spLocks noGrp="1"/>
          </p:cNvSpPr>
          <p:nvPr>
            <p:ph type="sldNum" sz="quarter" idx="12"/>
          </p:nvPr>
        </p:nvSpPr>
        <p:spPr/>
        <p:txBody>
          <a:bodyPr/>
          <a:lstStyle/>
          <a:p>
            <a:fld id="{ADDA9D34-D8EF-4237-948B-BB7FF2FABC7B}" type="slidenum">
              <a:rPr lang="en-US" smtClean="0"/>
              <a:t>10</a:t>
            </a:fld>
            <a:endParaRPr lang="en-US"/>
          </a:p>
        </p:txBody>
      </p:sp>
      <p:sp>
        <p:nvSpPr>
          <p:cNvPr id="12" name="TextBox 11">
            <a:extLst>
              <a:ext uri="{FF2B5EF4-FFF2-40B4-BE49-F238E27FC236}">
                <a16:creationId xmlns:a16="http://schemas.microsoft.com/office/drawing/2014/main" id="{F117453C-32EC-D63C-FEFE-3D170F65AA91}"/>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290761D5-D68B-F71C-54B1-0DD4F88C26A6}"/>
              </a:ext>
            </a:extLst>
          </p:cNvPr>
          <p:cNvSpPr txBox="1"/>
          <p:nvPr/>
        </p:nvSpPr>
        <p:spPr>
          <a:xfrm>
            <a:off x="772974" y="950980"/>
            <a:ext cx="10251032" cy="1200329"/>
          </a:xfrm>
          <a:prstGeom prst="rect">
            <a:avLst/>
          </a:prstGeom>
          <a:noFill/>
        </p:spPr>
        <p:txBody>
          <a:bodyPr wrap="square">
            <a:spAutoFit/>
          </a:bodyPr>
          <a:lstStyle/>
          <a:p>
            <a:r>
              <a:rPr lang="en-US" dirty="0"/>
              <a:t>Using country data, interest income to Cayman entities increased after TCJA with statistical significance.  However </a:t>
            </a:r>
          </a:p>
          <a:p>
            <a:pPr marL="742950" lvl="1" indent="-285750">
              <a:buFont typeface="Arial" panose="020B0604020202020204" pitchFamily="34" charset="0"/>
              <a:buChar char="•"/>
            </a:pPr>
            <a:r>
              <a:rPr lang="en-US" dirty="0"/>
              <a:t>Entities may include both corporations and partnerships, which would not say anything about the hypothesis that Cayman corporations would receive lesser amounts of interest income</a:t>
            </a:r>
          </a:p>
        </p:txBody>
      </p:sp>
      <p:pic>
        <p:nvPicPr>
          <p:cNvPr id="3" name="Picture 2">
            <a:extLst>
              <a:ext uri="{FF2B5EF4-FFF2-40B4-BE49-F238E27FC236}">
                <a16:creationId xmlns:a16="http://schemas.microsoft.com/office/drawing/2014/main" id="{4826F11D-99B8-BC4D-C6D9-EC18F8DFB776}"/>
              </a:ext>
            </a:extLst>
          </p:cNvPr>
          <p:cNvPicPr>
            <a:picLocks noChangeAspect="1"/>
          </p:cNvPicPr>
          <p:nvPr/>
        </p:nvPicPr>
        <p:blipFill>
          <a:blip r:embed="rId3"/>
          <a:stretch>
            <a:fillRect/>
          </a:stretch>
        </p:blipFill>
        <p:spPr>
          <a:xfrm>
            <a:off x="3512050" y="2379846"/>
            <a:ext cx="4979068" cy="4024964"/>
          </a:xfrm>
          <a:prstGeom prst="rect">
            <a:avLst/>
          </a:prstGeom>
        </p:spPr>
      </p:pic>
    </p:spTree>
    <p:extLst>
      <p:ext uri="{BB962C8B-B14F-4D97-AF65-F5344CB8AC3E}">
        <p14:creationId xmlns:p14="http://schemas.microsoft.com/office/powerpoint/2010/main" val="1261973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2C26-19B3-0544-8643-7826619E6E8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B784B27-AF19-4C91-601A-69AEF0723726}"/>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Interest Income Results</a:t>
            </a:r>
            <a:endParaRPr lang="en-US" sz="2400" dirty="0"/>
          </a:p>
        </p:txBody>
      </p:sp>
      <p:sp>
        <p:nvSpPr>
          <p:cNvPr id="80" name="Slide Number Placeholder 79">
            <a:extLst>
              <a:ext uri="{FF2B5EF4-FFF2-40B4-BE49-F238E27FC236}">
                <a16:creationId xmlns:a16="http://schemas.microsoft.com/office/drawing/2014/main" id="{58BE6744-C5E1-62E3-0B12-11AAFD422A1D}"/>
              </a:ext>
            </a:extLst>
          </p:cNvPr>
          <p:cNvSpPr>
            <a:spLocks noGrp="1"/>
          </p:cNvSpPr>
          <p:nvPr>
            <p:ph type="sldNum" sz="quarter" idx="12"/>
          </p:nvPr>
        </p:nvSpPr>
        <p:spPr/>
        <p:txBody>
          <a:bodyPr/>
          <a:lstStyle/>
          <a:p>
            <a:fld id="{ADDA9D34-D8EF-4237-948B-BB7FF2FABC7B}" type="slidenum">
              <a:rPr lang="en-US" smtClean="0"/>
              <a:t>11</a:t>
            </a:fld>
            <a:endParaRPr lang="en-US"/>
          </a:p>
        </p:txBody>
      </p:sp>
      <p:sp>
        <p:nvSpPr>
          <p:cNvPr id="12" name="TextBox 11">
            <a:extLst>
              <a:ext uri="{FF2B5EF4-FFF2-40B4-BE49-F238E27FC236}">
                <a16:creationId xmlns:a16="http://schemas.microsoft.com/office/drawing/2014/main" id="{9EAA37D8-0DEB-9C34-0DE9-2589683DB6DF}"/>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E9C0EF7F-7560-52DB-90B6-A0FF7023044F}"/>
              </a:ext>
            </a:extLst>
          </p:cNvPr>
          <p:cNvSpPr txBox="1"/>
          <p:nvPr/>
        </p:nvSpPr>
        <p:spPr>
          <a:xfrm>
            <a:off x="278370" y="815631"/>
            <a:ext cx="10251032" cy="1200329"/>
          </a:xfrm>
          <a:prstGeom prst="rect">
            <a:avLst/>
          </a:prstGeom>
          <a:noFill/>
        </p:spPr>
        <p:txBody>
          <a:bodyPr wrap="square">
            <a:spAutoFit/>
          </a:bodyPr>
          <a:lstStyle/>
          <a:p>
            <a:pPr lvl="1"/>
            <a:r>
              <a:rPr lang="en-US" dirty="0"/>
              <a:t>Using country data, statistical significance disappeared when the regression was run with log interest instead.</a:t>
            </a:r>
          </a:p>
          <a:p>
            <a:endParaRPr lang="en-US" dirty="0"/>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95C68509-7C26-CAF2-24A8-374B2684B6EF}"/>
              </a:ext>
            </a:extLst>
          </p:cNvPr>
          <p:cNvPicPr>
            <a:picLocks noChangeAspect="1"/>
          </p:cNvPicPr>
          <p:nvPr/>
        </p:nvPicPr>
        <p:blipFill>
          <a:blip r:embed="rId3"/>
          <a:stretch>
            <a:fillRect/>
          </a:stretch>
        </p:blipFill>
        <p:spPr>
          <a:xfrm>
            <a:off x="2777954" y="1415796"/>
            <a:ext cx="6636091" cy="4940554"/>
          </a:xfrm>
          <a:prstGeom prst="rect">
            <a:avLst/>
          </a:prstGeom>
        </p:spPr>
      </p:pic>
    </p:spTree>
    <p:extLst>
      <p:ext uri="{BB962C8B-B14F-4D97-AF65-F5344CB8AC3E}">
        <p14:creationId xmlns:p14="http://schemas.microsoft.com/office/powerpoint/2010/main" val="2491188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8039-6282-E930-86E1-5A4F6619EEB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BFD5E03-B5D2-A1EE-9CBF-BF3223F9D717}"/>
              </a:ext>
            </a:extLst>
          </p:cNvPr>
          <p:cNvSpPr txBox="1">
            <a:spLocks/>
          </p:cNvSpPr>
          <p:nvPr/>
        </p:nvSpPr>
        <p:spPr>
          <a:xfrm>
            <a:off x="396026" y="206618"/>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Forms 1042-S Results</a:t>
            </a:r>
            <a:endParaRPr lang="en-US" sz="2400" dirty="0"/>
          </a:p>
        </p:txBody>
      </p:sp>
      <p:sp>
        <p:nvSpPr>
          <p:cNvPr id="80" name="Slide Number Placeholder 79">
            <a:extLst>
              <a:ext uri="{FF2B5EF4-FFF2-40B4-BE49-F238E27FC236}">
                <a16:creationId xmlns:a16="http://schemas.microsoft.com/office/drawing/2014/main" id="{68F9A35A-60F6-17D4-8DA9-F69E4F302A05}"/>
              </a:ext>
            </a:extLst>
          </p:cNvPr>
          <p:cNvSpPr>
            <a:spLocks noGrp="1"/>
          </p:cNvSpPr>
          <p:nvPr>
            <p:ph type="sldNum" sz="quarter" idx="12"/>
          </p:nvPr>
        </p:nvSpPr>
        <p:spPr/>
        <p:txBody>
          <a:bodyPr/>
          <a:lstStyle/>
          <a:p>
            <a:fld id="{ADDA9D34-D8EF-4237-948B-BB7FF2FABC7B}" type="slidenum">
              <a:rPr lang="en-US" smtClean="0"/>
              <a:t>12</a:t>
            </a:fld>
            <a:endParaRPr lang="en-US"/>
          </a:p>
        </p:txBody>
      </p:sp>
      <p:sp>
        <p:nvSpPr>
          <p:cNvPr id="12" name="TextBox 11">
            <a:extLst>
              <a:ext uri="{FF2B5EF4-FFF2-40B4-BE49-F238E27FC236}">
                <a16:creationId xmlns:a16="http://schemas.microsoft.com/office/drawing/2014/main" id="{0F5693CB-5298-71E7-E992-3BFB0FE3BAF5}"/>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FCFF66BD-9BFE-95F8-7B95-FBAB7D9D7B58}"/>
              </a:ext>
            </a:extLst>
          </p:cNvPr>
          <p:cNvSpPr txBox="1"/>
          <p:nvPr/>
        </p:nvSpPr>
        <p:spPr>
          <a:xfrm>
            <a:off x="93444" y="673980"/>
            <a:ext cx="11766146" cy="1754326"/>
          </a:xfrm>
          <a:prstGeom prst="rect">
            <a:avLst/>
          </a:prstGeom>
          <a:noFill/>
        </p:spPr>
        <p:txBody>
          <a:bodyPr wrap="square">
            <a:spAutoFit/>
          </a:bodyPr>
          <a:lstStyle/>
          <a:p>
            <a:pPr lvl="1"/>
            <a:r>
              <a:rPr lang="en-US" dirty="0"/>
              <a:t>Using country data, number of forms to Cayman entities increased but statistical significance went away when the regression was run with </a:t>
            </a:r>
            <a:r>
              <a:rPr lang="en-US" i="1" dirty="0"/>
              <a:t>log</a:t>
            </a:r>
            <a:r>
              <a:rPr lang="en-US" dirty="0"/>
              <a:t> number of forms instead.  Rationale for poor results:  Unclear whether in the post-TCJA structure, forms would be reported as issued to a Cayman partnership, or rather to the partners of the Cayman partnership.  If the former, the number of forms to Cayman entities would not change before and after TCJA.  In addition, data is not limited to type of industry or size of investment fund, which would impact number of borrowers and number (and size) of investors.  My hypothesis would only be true for very large investment funds.</a:t>
            </a:r>
          </a:p>
        </p:txBody>
      </p:sp>
      <p:pic>
        <p:nvPicPr>
          <p:cNvPr id="3" name="Picture 2">
            <a:extLst>
              <a:ext uri="{FF2B5EF4-FFF2-40B4-BE49-F238E27FC236}">
                <a16:creationId xmlns:a16="http://schemas.microsoft.com/office/drawing/2014/main" id="{006DC856-79E1-2882-B43A-6EBCF6318553}"/>
              </a:ext>
            </a:extLst>
          </p:cNvPr>
          <p:cNvPicPr>
            <a:picLocks noChangeAspect="1"/>
          </p:cNvPicPr>
          <p:nvPr/>
        </p:nvPicPr>
        <p:blipFill>
          <a:blip r:embed="rId3"/>
          <a:stretch>
            <a:fillRect/>
          </a:stretch>
        </p:blipFill>
        <p:spPr>
          <a:xfrm>
            <a:off x="3072482" y="2433576"/>
            <a:ext cx="5317836" cy="4287899"/>
          </a:xfrm>
          <a:prstGeom prst="rect">
            <a:avLst/>
          </a:prstGeom>
        </p:spPr>
      </p:pic>
    </p:spTree>
    <p:extLst>
      <p:ext uri="{BB962C8B-B14F-4D97-AF65-F5344CB8AC3E}">
        <p14:creationId xmlns:p14="http://schemas.microsoft.com/office/powerpoint/2010/main" val="1259441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C6996-D32A-402B-B948-8F8AF8681252}"/>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B903703-F5B8-5D2D-8172-0C1721A2CB2E}"/>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Forms 1042-S Results</a:t>
            </a:r>
            <a:endParaRPr lang="en-US" sz="2400" dirty="0"/>
          </a:p>
        </p:txBody>
      </p:sp>
      <p:sp>
        <p:nvSpPr>
          <p:cNvPr id="80" name="Slide Number Placeholder 79">
            <a:extLst>
              <a:ext uri="{FF2B5EF4-FFF2-40B4-BE49-F238E27FC236}">
                <a16:creationId xmlns:a16="http://schemas.microsoft.com/office/drawing/2014/main" id="{512C1B62-F302-8236-4CAB-A3B9DBD9FD6D}"/>
              </a:ext>
            </a:extLst>
          </p:cNvPr>
          <p:cNvSpPr>
            <a:spLocks noGrp="1"/>
          </p:cNvSpPr>
          <p:nvPr>
            <p:ph type="sldNum" sz="quarter" idx="12"/>
          </p:nvPr>
        </p:nvSpPr>
        <p:spPr/>
        <p:txBody>
          <a:bodyPr/>
          <a:lstStyle/>
          <a:p>
            <a:fld id="{ADDA9D34-D8EF-4237-948B-BB7FF2FABC7B}" type="slidenum">
              <a:rPr lang="en-US" smtClean="0"/>
              <a:t>13</a:t>
            </a:fld>
            <a:endParaRPr lang="en-US"/>
          </a:p>
        </p:txBody>
      </p:sp>
      <p:sp>
        <p:nvSpPr>
          <p:cNvPr id="12" name="TextBox 11">
            <a:extLst>
              <a:ext uri="{FF2B5EF4-FFF2-40B4-BE49-F238E27FC236}">
                <a16:creationId xmlns:a16="http://schemas.microsoft.com/office/drawing/2014/main" id="{5C6EAEF6-9256-79B8-D97F-1387C8011BEB}"/>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9E79D8DB-A24A-08E3-2B9B-BAA7930D0B1A}"/>
              </a:ext>
            </a:extLst>
          </p:cNvPr>
          <p:cNvPicPr>
            <a:picLocks noChangeAspect="1"/>
          </p:cNvPicPr>
          <p:nvPr/>
        </p:nvPicPr>
        <p:blipFill>
          <a:blip r:embed="rId3"/>
          <a:stretch>
            <a:fillRect/>
          </a:stretch>
        </p:blipFill>
        <p:spPr>
          <a:xfrm>
            <a:off x="2511241" y="968248"/>
            <a:ext cx="7169518" cy="4921503"/>
          </a:xfrm>
          <a:prstGeom prst="rect">
            <a:avLst/>
          </a:prstGeom>
        </p:spPr>
      </p:pic>
    </p:spTree>
    <p:extLst>
      <p:ext uri="{BB962C8B-B14F-4D97-AF65-F5344CB8AC3E}">
        <p14:creationId xmlns:p14="http://schemas.microsoft.com/office/powerpoint/2010/main" val="281095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5C89C-B3FA-DEAF-FFDF-3F27D357190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48C76B1-94B1-4123-35D6-CADEE8E68421}"/>
              </a:ext>
            </a:extLst>
          </p:cNvPr>
          <p:cNvSpPr txBox="1">
            <a:spLocks/>
          </p:cNvSpPr>
          <p:nvPr/>
        </p:nvSpPr>
        <p:spPr>
          <a:xfrm>
            <a:off x="445186" y="317122"/>
            <a:ext cx="9986839" cy="486442"/>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Bonus result – forms 1042S documenting payments to withholding foreign partnerships increased after TCJA, with statistical significance – what does this say about investment fund size (generally, larger funds are WFP)</a:t>
            </a:r>
            <a:endParaRPr lang="en-US" sz="2400" dirty="0"/>
          </a:p>
        </p:txBody>
      </p:sp>
      <p:sp>
        <p:nvSpPr>
          <p:cNvPr id="80" name="Slide Number Placeholder 79">
            <a:extLst>
              <a:ext uri="{FF2B5EF4-FFF2-40B4-BE49-F238E27FC236}">
                <a16:creationId xmlns:a16="http://schemas.microsoft.com/office/drawing/2014/main" id="{753E3F39-F69A-36D4-8928-431DEA29CC2E}"/>
              </a:ext>
            </a:extLst>
          </p:cNvPr>
          <p:cNvSpPr>
            <a:spLocks noGrp="1"/>
          </p:cNvSpPr>
          <p:nvPr>
            <p:ph type="sldNum" sz="quarter" idx="12"/>
          </p:nvPr>
        </p:nvSpPr>
        <p:spPr/>
        <p:txBody>
          <a:bodyPr/>
          <a:lstStyle/>
          <a:p>
            <a:fld id="{ADDA9D34-D8EF-4237-948B-BB7FF2FABC7B}" type="slidenum">
              <a:rPr lang="en-US" smtClean="0"/>
              <a:t>14</a:t>
            </a:fld>
            <a:endParaRPr lang="en-US"/>
          </a:p>
        </p:txBody>
      </p:sp>
      <p:sp>
        <p:nvSpPr>
          <p:cNvPr id="12" name="TextBox 11">
            <a:extLst>
              <a:ext uri="{FF2B5EF4-FFF2-40B4-BE49-F238E27FC236}">
                <a16:creationId xmlns:a16="http://schemas.microsoft.com/office/drawing/2014/main" id="{20CCB842-421C-8DBB-61E5-9315DBFB6365}"/>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17D98EAF-E240-4234-51AD-BD1D5EF819EC}"/>
              </a:ext>
            </a:extLst>
          </p:cNvPr>
          <p:cNvPicPr>
            <a:picLocks noChangeAspect="1"/>
          </p:cNvPicPr>
          <p:nvPr/>
        </p:nvPicPr>
        <p:blipFill>
          <a:blip r:embed="rId3"/>
          <a:stretch>
            <a:fillRect/>
          </a:stretch>
        </p:blipFill>
        <p:spPr>
          <a:xfrm>
            <a:off x="2142922" y="803564"/>
            <a:ext cx="7906156" cy="5816899"/>
          </a:xfrm>
          <a:prstGeom prst="rect">
            <a:avLst/>
          </a:prstGeom>
        </p:spPr>
      </p:pic>
    </p:spTree>
    <p:extLst>
      <p:ext uri="{BB962C8B-B14F-4D97-AF65-F5344CB8AC3E}">
        <p14:creationId xmlns:p14="http://schemas.microsoft.com/office/powerpoint/2010/main" val="2637420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5AA6-D340-28D1-662F-EAFC46527E57}"/>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69F8D2D4-77A1-353A-1B75-E886791B2E7F}"/>
              </a:ext>
            </a:extLst>
          </p:cNvPr>
          <p:cNvSpPr txBox="1">
            <a:spLocks/>
          </p:cNvSpPr>
          <p:nvPr/>
        </p:nvSpPr>
        <p:spPr>
          <a:xfrm>
            <a:off x="445186" y="317121"/>
            <a:ext cx="10973840" cy="10472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Foreign corporations’ share of interest income dropped significantly after 2017</a:t>
            </a:r>
            <a:endParaRPr lang="en-US" sz="2400" dirty="0"/>
          </a:p>
        </p:txBody>
      </p:sp>
      <p:sp>
        <p:nvSpPr>
          <p:cNvPr id="80" name="Slide Number Placeholder 79">
            <a:extLst>
              <a:ext uri="{FF2B5EF4-FFF2-40B4-BE49-F238E27FC236}">
                <a16:creationId xmlns:a16="http://schemas.microsoft.com/office/drawing/2014/main" id="{57C18837-7F22-ACCB-BBA3-4FB3E26C689A}"/>
              </a:ext>
            </a:extLst>
          </p:cNvPr>
          <p:cNvSpPr>
            <a:spLocks noGrp="1"/>
          </p:cNvSpPr>
          <p:nvPr>
            <p:ph type="sldNum" sz="quarter" idx="12"/>
          </p:nvPr>
        </p:nvSpPr>
        <p:spPr/>
        <p:txBody>
          <a:bodyPr/>
          <a:lstStyle/>
          <a:p>
            <a:fld id="{ADDA9D34-D8EF-4237-948B-BB7FF2FABC7B}" type="slidenum">
              <a:rPr lang="en-US" smtClean="0"/>
              <a:t>15</a:t>
            </a:fld>
            <a:endParaRPr lang="en-US"/>
          </a:p>
        </p:txBody>
      </p:sp>
      <p:sp>
        <p:nvSpPr>
          <p:cNvPr id="12" name="TextBox 11">
            <a:extLst>
              <a:ext uri="{FF2B5EF4-FFF2-40B4-BE49-F238E27FC236}">
                <a16:creationId xmlns:a16="http://schemas.microsoft.com/office/drawing/2014/main" id="{7627CB1B-C8A2-8E61-7AED-81334D974FEA}"/>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2" name="Content Placeholder 6" descr="A graph showing the number of individuals&#10;&#10;AI-generated content may be incorrect.">
            <a:extLst>
              <a:ext uri="{FF2B5EF4-FFF2-40B4-BE49-F238E27FC236}">
                <a16:creationId xmlns:a16="http://schemas.microsoft.com/office/drawing/2014/main" id="{A7641493-D2D4-C473-3A1D-16467602E1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74" y="2230012"/>
            <a:ext cx="5053991" cy="3025656"/>
          </a:xfrm>
          <a:prstGeom prst="rect">
            <a:avLst/>
          </a:prstGeom>
        </p:spPr>
      </p:pic>
      <p:pic>
        <p:nvPicPr>
          <p:cNvPr id="3" name="Content Placeholder 5" descr="A graph with a line graph&#10;&#10;AI-generated content may be incorrect.">
            <a:extLst>
              <a:ext uri="{FF2B5EF4-FFF2-40B4-BE49-F238E27FC236}">
                <a16:creationId xmlns:a16="http://schemas.microsoft.com/office/drawing/2014/main" id="{88461477-5F8E-3B55-5EC7-DBECD536A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014" y="2230013"/>
            <a:ext cx="5053990" cy="3025656"/>
          </a:xfrm>
          <a:prstGeom prst="rect">
            <a:avLst/>
          </a:prstGeom>
        </p:spPr>
      </p:pic>
    </p:spTree>
    <p:extLst>
      <p:ext uri="{BB962C8B-B14F-4D97-AF65-F5344CB8AC3E}">
        <p14:creationId xmlns:p14="http://schemas.microsoft.com/office/powerpoint/2010/main" val="4109646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0396B-DE86-33BB-BBEF-D54E7227F7D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6DFB8305-B919-8F54-9D83-709E2A3DB857}"/>
              </a:ext>
            </a:extLst>
          </p:cNvPr>
          <p:cNvSpPr txBox="1">
            <a:spLocks/>
          </p:cNvSpPr>
          <p:nvPr/>
        </p:nvSpPr>
        <p:spPr>
          <a:xfrm>
            <a:off x="445187" y="317122"/>
            <a:ext cx="8423510"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Foreign corporations receive most of the interest income  </a:t>
            </a:r>
            <a:endParaRPr lang="en-US" sz="2400" dirty="0"/>
          </a:p>
        </p:txBody>
      </p:sp>
      <p:sp>
        <p:nvSpPr>
          <p:cNvPr id="80" name="Slide Number Placeholder 79">
            <a:extLst>
              <a:ext uri="{FF2B5EF4-FFF2-40B4-BE49-F238E27FC236}">
                <a16:creationId xmlns:a16="http://schemas.microsoft.com/office/drawing/2014/main" id="{7645B357-AF91-D756-30EB-B2792D0FE766}"/>
              </a:ext>
            </a:extLst>
          </p:cNvPr>
          <p:cNvSpPr>
            <a:spLocks noGrp="1"/>
          </p:cNvSpPr>
          <p:nvPr>
            <p:ph type="sldNum" sz="quarter" idx="12"/>
          </p:nvPr>
        </p:nvSpPr>
        <p:spPr/>
        <p:txBody>
          <a:bodyPr/>
          <a:lstStyle/>
          <a:p>
            <a:fld id="{ADDA9D34-D8EF-4237-948B-BB7FF2FABC7B}" type="slidenum">
              <a:rPr lang="en-US" smtClean="0"/>
              <a:t>16</a:t>
            </a:fld>
            <a:endParaRPr lang="en-US"/>
          </a:p>
        </p:txBody>
      </p:sp>
      <p:sp>
        <p:nvSpPr>
          <p:cNvPr id="12" name="TextBox 11">
            <a:extLst>
              <a:ext uri="{FF2B5EF4-FFF2-40B4-BE49-F238E27FC236}">
                <a16:creationId xmlns:a16="http://schemas.microsoft.com/office/drawing/2014/main" id="{E79FA617-ECA4-2466-1474-12F6A6188AB2}"/>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2" name="Content Placeholder 6" descr="A graph showing the number of individuals&#10;&#10;AI-generated content may be incorrect.">
            <a:extLst>
              <a:ext uri="{FF2B5EF4-FFF2-40B4-BE49-F238E27FC236}">
                <a16:creationId xmlns:a16="http://schemas.microsoft.com/office/drawing/2014/main" id="{2AC7B523-2D2E-A2BB-4732-F02DF7124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74" y="2230012"/>
            <a:ext cx="5053991" cy="3025656"/>
          </a:xfrm>
          <a:prstGeom prst="rect">
            <a:avLst/>
          </a:prstGeom>
        </p:spPr>
      </p:pic>
      <p:pic>
        <p:nvPicPr>
          <p:cNvPr id="3" name="Content Placeholder 5" descr="A graph with a line graph&#10;&#10;AI-generated content may be incorrect.">
            <a:extLst>
              <a:ext uri="{FF2B5EF4-FFF2-40B4-BE49-F238E27FC236}">
                <a16:creationId xmlns:a16="http://schemas.microsoft.com/office/drawing/2014/main" id="{CC5CCCF3-1D33-FD5B-97A4-CD72141041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014" y="2230013"/>
            <a:ext cx="5053990" cy="3025656"/>
          </a:xfrm>
          <a:prstGeom prst="rect">
            <a:avLst/>
          </a:prstGeom>
        </p:spPr>
      </p:pic>
    </p:spTree>
    <p:extLst>
      <p:ext uri="{BB962C8B-B14F-4D97-AF65-F5344CB8AC3E}">
        <p14:creationId xmlns:p14="http://schemas.microsoft.com/office/powerpoint/2010/main" val="2692319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EB7F-1DA9-5A10-3D3B-11507A31A2F5}"/>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92CB789-31F9-FB51-387F-36CB3F0EEA7D}"/>
              </a:ext>
            </a:extLst>
          </p:cNvPr>
          <p:cNvSpPr txBox="1">
            <a:spLocks/>
          </p:cNvSpPr>
          <p:nvPr/>
        </p:nvSpPr>
        <p:spPr>
          <a:xfrm>
            <a:off x="445187" y="317122"/>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Foreign corporations also receive most of the U.S. source income, but withholding foreign partnerships’ share is increasing  </a:t>
            </a:r>
            <a:endParaRPr lang="en-US" sz="2400" dirty="0"/>
          </a:p>
        </p:txBody>
      </p:sp>
      <p:sp>
        <p:nvSpPr>
          <p:cNvPr id="80" name="Slide Number Placeholder 79">
            <a:extLst>
              <a:ext uri="{FF2B5EF4-FFF2-40B4-BE49-F238E27FC236}">
                <a16:creationId xmlns:a16="http://schemas.microsoft.com/office/drawing/2014/main" id="{337B50B1-7170-EC6D-F348-800FE63662DA}"/>
              </a:ext>
            </a:extLst>
          </p:cNvPr>
          <p:cNvSpPr>
            <a:spLocks noGrp="1"/>
          </p:cNvSpPr>
          <p:nvPr>
            <p:ph type="sldNum" sz="quarter" idx="12"/>
          </p:nvPr>
        </p:nvSpPr>
        <p:spPr/>
        <p:txBody>
          <a:bodyPr/>
          <a:lstStyle/>
          <a:p>
            <a:fld id="{ADDA9D34-D8EF-4237-948B-BB7FF2FABC7B}" type="slidenum">
              <a:rPr lang="en-US" smtClean="0"/>
              <a:t>17</a:t>
            </a:fld>
            <a:endParaRPr lang="en-US"/>
          </a:p>
        </p:txBody>
      </p:sp>
      <p:pic>
        <p:nvPicPr>
          <p:cNvPr id="4" name="Picture 3" descr="A graph showing the growth of the number of individuals&#10;&#10;AI-generated content may be incorrect.">
            <a:extLst>
              <a:ext uri="{FF2B5EF4-FFF2-40B4-BE49-F238E27FC236}">
                <a16:creationId xmlns:a16="http://schemas.microsoft.com/office/drawing/2014/main" id="{85892036-9A89-B7C7-FD36-DE9F6B011F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20455"/>
            <a:ext cx="5838371" cy="3004964"/>
          </a:xfrm>
          <a:prstGeom prst="rect">
            <a:avLst/>
          </a:prstGeom>
        </p:spPr>
      </p:pic>
      <p:pic>
        <p:nvPicPr>
          <p:cNvPr id="5" name="Picture 4" descr="A graph showing the growth of a number of individuals&#10;&#10;AI-generated content may be incorrect.">
            <a:extLst>
              <a:ext uri="{FF2B5EF4-FFF2-40B4-BE49-F238E27FC236}">
                <a16:creationId xmlns:a16="http://schemas.microsoft.com/office/drawing/2014/main" id="{0E4E0A03-7F5D-F3A1-2ED6-33C83FC5D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124" y="2526619"/>
            <a:ext cx="5228571" cy="3098800"/>
          </a:xfrm>
          <a:prstGeom prst="rect">
            <a:avLst/>
          </a:prstGeom>
        </p:spPr>
      </p:pic>
    </p:spTree>
    <p:extLst>
      <p:ext uri="{BB962C8B-B14F-4D97-AF65-F5344CB8AC3E}">
        <p14:creationId xmlns:p14="http://schemas.microsoft.com/office/powerpoint/2010/main" val="2678604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98805-9626-4C0C-EE40-D29C862D1C8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5B039664-CAD3-DDA9-EE3C-560E03AEB57E}"/>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Cayman receives most of the U.S. source interest payments</a:t>
            </a:r>
            <a:endParaRPr lang="en-US" sz="2400" dirty="0"/>
          </a:p>
        </p:txBody>
      </p:sp>
      <p:sp>
        <p:nvSpPr>
          <p:cNvPr id="80" name="Slide Number Placeholder 79">
            <a:extLst>
              <a:ext uri="{FF2B5EF4-FFF2-40B4-BE49-F238E27FC236}">
                <a16:creationId xmlns:a16="http://schemas.microsoft.com/office/drawing/2014/main" id="{F006F808-A86D-3804-400C-229474989230}"/>
              </a:ext>
            </a:extLst>
          </p:cNvPr>
          <p:cNvSpPr>
            <a:spLocks noGrp="1"/>
          </p:cNvSpPr>
          <p:nvPr>
            <p:ph type="sldNum" sz="quarter" idx="12"/>
          </p:nvPr>
        </p:nvSpPr>
        <p:spPr/>
        <p:txBody>
          <a:bodyPr/>
          <a:lstStyle/>
          <a:p>
            <a:fld id="{ADDA9D34-D8EF-4237-948B-BB7FF2FABC7B}" type="slidenum">
              <a:rPr lang="en-US" smtClean="0"/>
              <a:t>18</a:t>
            </a:fld>
            <a:endParaRPr lang="en-US"/>
          </a:p>
        </p:txBody>
      </p:sp>
      <p:pic>
        <p:nvPicPr>
          <p:cNvPr id="2" name="Picture 1" descr="A graph of a graph showing the growth of the company's growth&#10;&#10;AI-generated content may be incorrect.">
            <a:extLst>
              <a:ext uri="{FF2B5EF4-FFF2-40B4-BE49-F238E27FC236}">
                <a16:creationId xmlns:a16="http://schemas.microsoft.com/office/drawing/2014/main" id="{8273339A-541F-1BC4-27F0-8DFDD7E81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0085" y="1180375"/>
            <a:ext cx="9525000" cy="5359400"/>
          </a:xfrm>
          <a:prstGeom prst="rect">
            <a:avLst/>
          </a:prstGeom>
        </p:spPr>
      </p:pic>
    </p:spTree>
    <p:extLst>
      <p:ext uri="{BB962C8B-B14F-4D97-AF65-F5344CB8AC3E}">
        <p14:creationId xmlns:p14="http://schemas.microsoft.com/office/powerpoint/2010/main" val="2434448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42DDD-792B-13DD-2D7F-F0F7F3FBDD9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2638B2D-1C9A-CEE3-C4A5-81581F9E60A5}"/>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Cayman receives most of the U.S. source interest payments</a:t>
            </a:r>
            <a:endParaRPr lang="en-US" sz="2400" dirty="0"/>
          </a:p>
        </p:txBody>
      </p:sp>
      <p:sp>
        <p:nvSpPr>
          <p:cNvPr id="80" name="Slide Number Placeholder 79">
            <a:extLst>
              <a:ext uri="{FF2B5EF4-FFF2-40B4-BE49-F238E27FC236}">
                <a16:creationId xmlns:a16="http://schemas.microsoft.com/office/drawing/2014/main" id="{F716E322-3088-1CDD-BD4D-1014A42E4F50}"/>
              </a:ext>
            </a:extLst>
          </p:cNvPr>
          <p:cNvSpPr>
            <a:spLocks noGrp="1"/>
          </p:cNvSpPr>
          <p:nvPr>
            <p:ph type="sldNum" sz="quarter" idx="12"/>
          </p:nvPr>
        </p:nvSpPr>
        <p:spPr/>
        <p:txBody>
          <a:bodyPr/>
          <a:lstStyle/>
          <a:p>
            <a:fld id="{ADDA9D34-D8EF-4237-948B-BB7FF2FABC7B}" type="slidenum">
              <a:rPr lang="en-US" smtClean="0"/>
              <a:t>19</a:t>
            </a:fld>
            <a:endParaRPr lang="en-US"/>
          </a:p>
        </p:txBody>
      </p:sp>
      <p:pic>
        <p:nvPicPr>
          <p:cNvPr id="3" name="Picture 2" descr="A graph of the different countries/regions&#10;&#10;AI-generated content may be incorrect.">
            <a:extLst>
              <a:ext uri="{FF2B5EF4-FFF2-40B4-BE49-F238E27FC236}">
                <a16:creationId xmlns:a16="http://schemas.microsoft.com/office/drawing/2014/main" id="{B34EFDF6-F04C-9305-14A3-CF541964E4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595" y="1207045"/>
            <a:ext cx="6845300" cy="4940300"/>
          </a:xfrm>
          <a:prstGeom prst="rect">
            <a:avLst/>
          </a:prstGeom>
        </p:spPr>
      </p:pic>
    </p:spTree>
    <p:extLst>
      <p:ext uri="{BB962C8B-B14F-4D97-AF65-F5344CB8AC3E}">
        <p14:creationId xmlns:p14="http://schemas.microsoft.com/office/powerpoint/2010/main" val="1137921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31B0-44C2-2C3E-B840-4DD2F28B5D5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F61682F-3CA3-4FA8-0339-99690BE9E1AA}"/>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Cayman receives the largest share of total U.S. payments</a:t>
            </a:r>
            <a:endParaRPr lang="en-US" sz="2400" dirty="0"/>
          </a:p>
        </p:txBody>
      </p:sp>
      <p:sp>
        <p:nvSpPr>
          <p:cNvPr id="80" name="Slide Number Placeholder 79">
            <a:extLst>
              <a:ext uri="{FF2B5EF4-FFF2-40B4-BE49-F238E27FC236}">
                <a16:creationId xmlns:a16="http://schemas.microsoft.com/office/drawing/2014/main" id="{D427EE95-5211-9F67-1728-41E52409257E}"/>
              </a:ext>
            </a:extLst>
          </p:cNvPr>
          <p:cNvSpPr>
            <a:spLocks noGrp="1"/>
          </p:cNvSpPr>
          <p:nvPr>
            <p:ph type="sldNum" sz="quarter" idx="12"/>
          </p:nvPr>
        </p:nvSpPr>
        <p:spPr/>
        <p:txBody>
          <a:bodyPr/>
          <a:lstStyle/>
          <a:p>
            <a:fld id="{ADDA9D34-D8EF-4237-948B-BB7FF2FABC7B}" type="slidenum">
              <a:rPr lang="en-US" smtClean="0"/>
              <a:t>20</a:t>
            </a:fld>
            <a:endParaRPr lang="en-US"/>
          </a:p>
        </p:txBody>
      </p:sp>
      <p:pic>
        <p:nvPicPr>
          <p:cNvPr id="2" name="Picture 1" descr="A graph of a financial income&#10;&#10;AI-generated content may be incorrect.">
            <a:extLst>
              <a:ext uri="{FF2B5EF4-FFF2-40B4-BE49-F238E27FC236}">
                <a16:creationId xmlns:a16="http://schemas.microsoft.com/office/drawing/2014/main" id="{06FD07F4-FE2D-9603-03E0-481A24B8A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003300"/>
            <a:ext cx="9525000" cy="5854700"/>
          </a:xfrm>
          <a:prstGeom prst="rect">
            <a:avLst/>
          </a:prstGeom>
        </p:spPr>
      </p:pic>
    </p:spTree>
    <p:extLst>
      <p:ext uri="{BB962C8B-B14F-4D97-AF65-F5344CB8AC3E}">
        <p14:creationId xmlns:p14="http://schemas.microsoft.com/office/powerpoint/2010/main" val="4240981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EB2B-F179-4A26-2815-746FD0F826A3}"/>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FB2D62D0-B775-F613-7B5B-D7AACC35796C}"/>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Plots: Cayman receives the largest share of total U.S. payments</a:t>
            </a:r>
            <a:endParaRPr lang="en-US" sz="2400" dirty="0"/>
          </a:p>
        </p:txBody>
      </p:sp>
      <p:sp>
        <p:nvSpPr>
          <p:cNvPr id="80" name="Slide Number Placeholder 79">
            <a:extLst>
              <a:ext uri="{FF2B5EF4-FFF2-40B4-BE49-F238E27FC236}">
                <a16:creationId xmlns:a16="http://schemas.microsoft.com/office/drawing/2014/main" id="{0BEDB864-8379-3384-2618-BF6348D74D02}"/>
              </a:ext>
            </a:extLst>
          </p:cNvPr>
          <p:cNvSpPr>
            <a:spLocks noGrp="1"/>
          </p:cNvSpPr>
          <p:nvPr>
            <p:ph type="sldNum" sz="quarter" idx="12"/>
          </p:nvPr>
        </p:nvSpPr>
        <p:spPr/>
        <p:txBody>
          <a:bodyPr/>
          <a:lstStyle/>
          <a:p>
            <a:fld id="{ADDA9D34-D8EF-4237-948B-BB7FF2FABC7B}" type="slidenum">
              <a:rPr lang="en-US" smtClean="0"/>
              <a:t>21</a:t>
            </a:fld>
            <a:endParaRPr lang="en-US"/>
          </a:p>
        </p:txBody>
      </p:sp>
      <p:pic>
        <p:nvPicPr>
          <p:cNvPr id="3" name="Picture 2" descr="A graph of a financial graph&#10;&#10;AI-generated content may be incorrect.">
            <a:extLst>
              <a:ext uri="{FF2B5EF4-FFF2-40B4-BE49-F238E27FC236}">
                <a16:creationId xmlns:a16="http://schemas.microsoft.com/office/drawing/2014/main" id="{19D9A486-520F-ABA5-2A92-EB974B2F2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003300"/>
            <a:ext cx="9525000" cy="5854700"/>
          </a:xfrm>
          <a:prstGeom prst="rect">
            <a:avLst/>
          </a:prstGeom>
        </p:spPr>
      </p:pic>
    </p:spTree>
    <p:extLst>
      <p:ext uri="{BB962C8B-B14F-4D97-AF65-F5344CB8AC3E}">
        <p14:creationId xmlns:p14="http://schemas.microsoft.com/office/powerpoint/2010/main" val="520997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896</Words>
  <Application>Microsoft Office PowerPoint</Application>
  <PresentationFormat>Widescreen</PresentationFormat>
  <Paragraphs>175</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DengXian</vt:lpstr>
      <vt:lpstr>Aptos</vt:lpstr>
      <vt:lpstr>Aptos Display</vt:lpstr>
      <vt:lpstr>Arial</vt:lpstr>
      <vt:lpstr>Office Theme</vt:lpstr>
      <vt:lpstr>Direct lending fund structures before and after TCJA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 Wang</dc:creator>
  <cp:lastModifiedBy>Carol Wang</cp:lastModifiedBy>
  <cp:revision>1</cp:revision>
  <dcterms:created xsi:type="dcterms:W3CDTF">2025-09-14T05:44:34Z</dcterms:created>
  <dcterms:modified xsi:type="dcterms:W3CDTF">2025-10-05T04:34:35Z</dcterms:modified>
</cp:coreProperties>
</file>